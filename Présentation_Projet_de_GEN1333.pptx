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9" r:id="rId3"/>
    <p:sldId id="257" r:id="rId4"/>
    <p:sldId id="287" r:id="rId5"/>
    <p:sldId id="288" r:id="rId6"/>
    <p:sldId id="285" r:id="rId7"/>
    <p:sldId id="274" r:id="rId8"/>
    <p:sldId id="293" r:id="rId9"/>
    <p:sldId id="294" r:id="rId10"/>
    <p:sldId id="295" r:id="rId11"/>
    <p:sldId id="291" r:id="rId12"/>
    <p:sldId id="265" r:id="rId13"/>
    <p:sldId id="279" r:id="rId14"/>
    <p:sldId id="262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42FA7A-D72D-48E8-A507-8285DF459D4F}">
          <p14:sldIdLst>
            <p14:sldId id="256"/>
            <p14:sldId id="259"/>
            <p14:sldId id="257"/>
            <p14:sldId id="287"/>
            <p14:sldId id="288"/>
            <p14:sldId id="285"/>
            <p14:sldId id="274"/>
            <p14:sldId id="293"/>
            <p14:sldId id="294"/>
            <p14:sldId id="295"/>
            <p14:sldId id="291"/>
            <p14:sldId id="265"/>
            <p14:sldId id="279"/>
            <p14:sldId id="262"/>
          </p14:sldIdLst>
        </p14:section>
        <p14:section name="Untitled Section" id="{EAA9E2B0-A923-44C0-A369-9CC6B091BF60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25FF10-4CB2-4A1C-8E38-A5B85B343117}" v="410" dt="2026-04-10T16:24:59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hoc Wokam, Durrice Lea" userId="d78c891b-178f-45b9-ae2d-0c5dffc246c9" providerId="ADAL" clId="{44089F29-E3CB-4B33-9A98-B68D65CCBB61}"/>
    <pc:docChg chg="undo custSel addSld delSld modSld sldOrd modMainMaster modSection">
      <pc:chgData name="Tahoc Wokam, Durrice Lea" userId="d78c891b-178f-45b9-ae2d-0c5dffc246c9" providerId="ADAL" clId="{44089F29-E3CB-4B33-9A98-B68D65CCBB61}" dt="2026-04-10T16:25:42.134" v="1595" actId="14100"/>
      <pc:docMkLst>
        <pc:docMk/>
      </pc:docMkLst>
      <pc:sldChg chg="addSp delSp modSp mod modTransition setBg">
        <pc:chgData name="Tahoc Wokam, Durrice Lea" userId="d78c891b-178f-45b9-ae2d-0c5dffc246c9" providerId="ADAL" clId="{44089F29-E3CB-4B33-9A98-B68D65CCBB61}" dt="2026-04-10T16:12:20.992" v="1566"/>
        <pc:sldMkLst>
          <pc:docMk/>
          <pc:sldMk cId="3039534908" sldId="256"/>
        </pc:sldMkLst>
        <pc:spChg chg="mod">
          <ac:chgData name="Tahoc Wokam, Durrice Lea" userId="d78c891b-178f-45b9-ae2d-0c5dffc246c9" providerId="ADAL" clId="{44089F29-E3CB-4B33-9A98-B68D65CCBB61}" dt="2026-04-10T13:21:25.556" v="69" actId="208"/>
          <ac:spMkLst>
            <pc:docMk/>
            <pc:sldMk cId="3039534908" sldId="256"/>
            <ac:spMk id="2" creationId="{C73B8126-AF10-0A60-5916-580F980D4997}"/>
          </ac:spMkLst>
        </pc:spChg>
        <pc:spChg chg="add mod">
          <ac:chgData name="Tahoc Wokam, Durrice Lea" userId="d78c891b-178f-45b9-ae2d-0c5dffc246c9" providerId="ADAL" clId="{44089F29-E3CB-4B33-9A98-B68D65CCBB61}" dt="2026-04-10T13:19:58.789" v="66" actId="1076"/>
          <ac:spMkLst>
            <pc:docMk/>
            <pc:sldMk cId="3039534908" sldId="256"/>
            <ac:spMk id="4" creationId="{1ACD8B0B-1E93-7776-3B8E-5F2B14EB7729}"/>
          </ac:spMkLst>
        </pc:spChg>
        <pc:spChg chg="del mod">
          <ac:chgData name="Tahoc Wokam, Durrice Lea" userId="d78c891b-178f-45b9-ae2d-0c5dffc246c9" providerId="ADAL" clId="{44089F29-E3CB-4B33-9A98-B68D65CCBB61}" dt="2026-04-10T13:16:03.013" v="32"/>
          <ac:spMkLst>
            <pc:docMk/>
            <pc:sldMk cId="3039534908" sldId="256"/>
            <ac:spMk id="10" creationId="{EB78E1BC-9DB1-C38F-1065-E1C94EBD1D79}"/>
          </ac:spMkLst>
        </pc:spChg>
        <pc:spChg chg="add del mod">
          <ac:chgData name="Tahoc Wokam, Durrice Lea" userId="d78c891b-178f-45b9-ae2d-0c5dffc246c9" providerId="ADAL" clId="{44089F29-E3CB-4B33-9A98-B68D65CCBB61}" dt="2026-04-10T13:20:02.697" v="67" actId="1076"/>
          <ac:spMkLst>
            <pc:docMk/>
            <pc:sldMk cId="3039534908" sldId="256"/>
            <ac:spMk id="11" creationId="{2A9B89D5-806B-4828-FDF7-B3EBE56827FF}"/>
          </ac:spMkLst>
        </pc:spChg>
        <pc:spChg chg="mod">
          <ac:chgData name="Tahoc Wokam, Durrice Lea" userId="d78c891b-178f-45b9-ae2d-0c5dffc246c9" providerId="ADAL" clId="{44089F29-E3CB-4B33-9A98-B68D65CCBB61}" dt="2026-04-10T13:26:25.911" v="88" actId="20577"/>
          <ac:spMkLst>
            <pc:docMk/>
            <pc:sldMk cId="3039534908" sldId="256"/>
            <ac:spMk id="13" creationId="{20464485-2A37-5FC6-79CB-72B1F95C75BF}"/>
          </ac:spMkLst>
        </pc:spChg>
        <pc:picChg chg="mod">
          <ac:chgData name="Tahoc Wokam, Durrice Lea" userId="d78c891b-178f-45b9-ae2d-0c5dffc246c9" providerId="ADAL" clId="{44089F29-E3CB-4B33-9A98-B68D65CCBB61}" dt="2026-04-10T13:16:34.490" v="39" actId="1076"/>
          <ac:picMkLst>
            <pc:docMk/>
            <pc:sldMk cId="3039534908" sldId="256"/>
            <ac:picMk id="5" creationId="{8336690A-2852-87BE-D288-6C3A313DA354}"/>
          </ac:picMkLst>
        </pc:picChg>
        <pc:picChg chg="add mod">
          <ac:chgData name="Tahoc Wokam, Durrice Lea" userId="d78c891b-178f-45b9-ae2d-0c5dffc246c9" providerId="ADAL" clId="{44089F29-E3CB-4B33-9A98-B68D65CCBB61}" dt="2026-04-10T13:19:02.138" v="54" actId="1076"/>
          <ac:picMkLst>
            <pc:docMk/>
            <pc:sldMk cId="3039534908" sldId="256"/>
            <ac:picMk id="8" creationId="{E4F6DB34-1ACE-E6AD-B1CC-DFEACFA068B8}"/>
          </ac:picMkLst>
        </pc:picChg>
        <pc:cxnChg chg="mod">
          <ac:chgData name="Tahoc Wokam, Durrice Lea" userId="d78c891b-178f-45b9-ae2d-0c5dffc246c9" providerId="ADAL" clId="{44089F29-E3CB-4B33-9A98-B68D65CCBB61}" dt="2026-04-10T13:16:37.142" v="40" actId="1076"/>
          <ac:cxnSpMkLst>
            <pc:docMk/>
            <pc:sldMk cId="3039534908" sldId="256"/>
            <ac:cxnSpMk id="12" creationId="{47603F04-20D6-5F1D-DA56-ED52DC68D62F}"/>
          </ac:cxnSpMkLst>
        </pc:cxnChg>
      </pc:sldChg>
      <pc:sldChg chg="addSp delSp modSp mod modTransition addAnim delAnim modAnim">
        <pc:chgData name="Tahoc Wokam, Durrice Lea" userId="d78c891b-178f-45b9-ae2d-0c5dffc246c9" providerId="ADAL" clId="{44089F29-E3CB-4B33-9A98-B68D65CCBB61}" dt="2026-04-10T16:13:16.350" v="1571"/>
        <pc:sldMkLst>
          <pc:docMk/>
          <pc:sldMk cId="2382778919" sldId="257"/>
        </pc:sldMkLst>
        <pc:spChg chg="del mod">
          <ac:chgData name="Tahoc Wokam, Durrice Lea" userId="d78c891b-178f-45b9-ae2d-0c5dffc246c9" providerId="ADAL" clId="{44089F29-E3CB-4B33-9A98-B68D65CCBB61}" dt="2026-04-10T14:16:08.234" v="605" actId="21"/>
          <ac:spMkLst>
            <pc:docMk/>
            <pc:sldMk cId="2382778919" sldId="257"/>
            <ac:spMk id="2" creationId="{132ECB0D-48E4-0EEF-3F51-B8B4EE6263D1}"/>
          </ac:spMkLst>
        </pc:spChg>
        <pc:spChg chg="add mod">
          <ac:chgData name="Tahoc Wokam, Durrice Lea" userId="d78c891b-178f-45b9-ae2d-0c5dffc246c9" providerId="ADAL" clId="{44089F29-E3CB-4B33-9A98-B68D65CCBB61}" dt="2026-04-10T16:09:51.088" v="1537" actId="164"/>
          <ac:spMkLst>
            <pc:docMk/>
            <pc:sldMk cId="2382778919" sldId="257"/>
            <ac:spMk id="3" creationId="{222B54EF-ED39-F43B-EFAF-04D5C724408A}"/>
          </ac:spMkLst>
        </pc:spChg>
        <pc:spChg chg="add mod">
          <ac:chgData name="Tahoc Wokam, Durrice Lea" userId="d78c891b-178f-45b9-ae2d-0c5dffc246c9" providerId="ADAL" clId="{44089F29-E3CB-4B33-9A98-B68D65CCBB61}" dt="2026-04-10T16:09:51.088" v="1537" actId="164"/>
          <ac:spMkLst>
            <pc:docMk/>
            <pc:sldMk cId="2382778919" sldId="257"/>
            <ac:spMk id="4" creationId="{436C35A3-8919-A2AD-6933-3096D1AEFF8F}"/>
          </ac:spMkLst>
        </pc:spChg>
        <pc:spChg chg="mod">
          <ac:chgData name="Tahoc Wokam, Durrice Lea" userId="d78c891b-178f-45b9-ae2d-0c5dffc246c9" providerId="ADAL" clId="{44089F29-E3CB-4B33-9A98-B68D65CCBB61}" dt="2026-04-10T14:06:09.466" v="536" actId="1076"/>
          <ac:spMkLst>
            <pc:docMk/>
            <pc:sldMk cId="2382778919" sldId="257"/>
            <ac:spMk id="6" creationId="{5F5A3EFC-EAF5-BE22-D932-6C1E01005506}"/>
          </ac:spMkLst>
        </pc:spChg>
        <pc:spChg chg="mod">
          <ac:chgData name="Tahoc Wokam, Durrice Lea" userId="d78c891b-178f-45b9-ae2d-0c5dffc246c9" providerId="ADAL" clId="{44089F29-E3CB-4B33-9A98-B68D65CCBB61}" dt="2026-04-10T16:09:51.088" v="1537" actId="164"/>
          <ac:spMkLst>
            <pc:docMk/>
            <pc:sldMk cId="2382778919" sldId="257"/>
            <ac:spMk id="7" creationId="{04908316-6557-5393-DA74-6CB105369F2F}"/>
          </ac:spMkLst>
        </pc:spChg>
        <pc:spChg chg="add mod">
          <ac:chgData name="Tahoc Wokam, Durrice Lea" userId="d78c891b-178f-45b9-ae2d-0c5dffc246c9" providerId="ADAL" clId="{44089F29-E3CB-4B33-9A98-B68D65CCBB61}" dt="2026-04-10T16:09:06.304" v="1535" actId="164"/>
          <ac:spMkLst>
            <pc:docMk/>
            <pc:sldMk cId="2382778919" sldId="257"/>
            <ac:spMk id="9" creationId="{D07C8D15-457A-E0C7-43A9-A3A7017CBEEA}"/>
          </ac:spMkLst>
        </pc:spChg>
        <pc:grpChg chg="add mod">
          <ac:chgData name="Tahoc Wokam, Durrice Lea" userId="d78c891b-178f-45b9-ae2d-0c5dffc246c9" providerId="ADAL" clId="{44089F29-E3CB-4B33-9A98-B68D65CCBB61}" dt="2026-04-10T16:09:06.304" v="1535" actId="164"/>
          <ac:grpSpMkLst>
            <pc:docMk/>
            <pc:sldMk cId="2382778919" sldId="257"/>
            <ac:grpSpMk id="10" creationId="{33F7085D-0227-FF86-90DD-53281D44258B}"/>
          </ac:grpSpMkLst>
        </pc:grpChg>
        <pc:grpChg chg="add mod">
          <ac:chgData name="Tahoc Wokam, Durrice Lea" userId="d78c891b-178f-45b9-ae2d-0c5dffc246c9" providerId="ADAL" clId="{44089F29-E3CB-4B33-9A98-B68D65CCBB61}" dt="2026-04-10T16:09:51.088" v="1537" actId="164"/>
          <ac:grpSpMkLst>
            <pc:docMk/>
            <pc:sldMk cId="2382778919" sldId="257"/>
            <ac:grpSpMk id="12" creationId="{7D00E423-EFB7-AEFD-3FB5-5F8D08FB90A9}"/>
          </ac:grpSpMkLst>
        </pc:grpChg>
        <pc:picChg chg="mod">
          <ac:chgData name="Tahoc Wokam, Durrice Lea" userId="d78c891b-178f-45b9-ae2d-0c5dffc246c9" providerId="ADAL" clId="{44089F29-E3CB-4B33-9A98-B68D65CCBB61}" dt="2026-04-10T14:11:51.136" v="563"/>
          <ac:picMkLst>
            <pc:docMk/>
            <pc:sldMk cId="2382778919" sldId="257"/>
            <ac:picMk id="5" creationId="{51693CD7-6C53-810A-240B-5D0781CE3B60}"/>
          </ac:picMkLst>
        </pc:picChg>
        <pc:picChg chg="add mod">
          <ac:chgData name="Tahoc Wokam, Durrice Lea" userId="d78c891b-178f-45b9-ae2d-0c5dffc246c9" providerId="ADAL" clId="{44089F29-E3CB-4B33-9A98-B68D65CCBB61}" dt="2026-04-10T16:09:06.304" v="1535" actId="164"/>
          <ac:picMkLst>
            <pc:docMk/>
            <pc:sldMk cId="2382778919" sldId="257"/>
            <ac:picMk id="8" creationId="{4CE3227A-678D-C281-1103-AD769B2F6F2C}"/>
          </ac:picMkLst>
        </pc:picChg>
        <pc:picChg chg="add mod">
          <ac:chgData name="Tahoc Wokam, Durrice Lea" userId="d78c891b-178f-45b9-ae2d-0c5dffc246c9" providerId="ADAL" clId="{44089F29-E3CB-4B33-9A98-B68D65CCBB61}" dt="2026-04-10T16:09:51.088" v="1537" actId="164"/>
          <ac:picMkLst>
            <pc:docMk/>
            <pc:sldMk cId="2382778919" sldId="257"/>
            <ac:picMk id="21" creationId="{ED767A0C-F0C2-A311-3D3E-7305356C8CA3}"/>
          </ac:picMkLst>
        </pc:picChg>
        <pc:cxnChg chg="mod">
          <ac:chgData name="Tahoc Wokam, Durrice Lea" userId="d78c891b-178f-45b9-ae2d-0c5dffc246c9" providerId="ADAL" clId="{44089F29-E3CB-4B33-9A98-B68D65CCBB61}" dt="2026-04-10T16:09:06.304" v="1535" actId="164"/>
          <ac:cxnSpMkLst>
            <pc:docMk/>
            <pc:sldMk cId="2382778919" sldId="257"/>
            <ac:cxnSpMk id="11" creationId="{B0B0D707-38BF-552C-0C0B-A5D3980649D0}"/>
          </ac:cxnSpMkLst>
        </pc:cxnChg>
      </pc:sldChg>
      <pc:sldChg chg="addSp delSp modSp mod ord modTransition setBg addAnim delAnim modAnim">
        <pc:chgData name="Tahoc Wokam, Durrice Lea" userId="d78c891b-178f-45b9-ae2d-0c5dffc246c9" providerId="ADAL" clId="{44089F29-E3CB-4B33-9A98-B68D65CCBB61}" dt="2026-04-10T16:14:13.039" v="1576"/>
        <pc:sldMkLst>
          <pc:docMk/>
          <pc:sldMk cId="767395216" sldId="259"/>
        </pc:sldMkLst>
        <pc:spChg chg="del">
          <ac:chgData name="Tahoc Wokam, Durrice Lea" userId="d78c891b-178f-45b9-ae2d-0c5dffc246c9" providerId="ADAL" clId="{44089F29-E3CB-4B33-9A98-B68D65CCBB61}" dt="2026-04-10T13:47:31.392" v="277" actId="478"/>
          <ac:spMkLst>
            <pc:docMk/>
            <pc:sldMk cId="767395216" sldId="259"/>
            <ac:spMk id="3" creationId="{4CEB6AE9-8CBE-4779-612C-5D4F0364254A}"/>
          </ac:spMkLst>
        </pc:spChg>
        <pc:spChg chg="mod">
          <ac:chgData name="Tahoc Wokam, Durrice Lea" userId="d78c891b-178f-45b9-ae2d-0c5dffc246c9" providerId="ADAL" clId="{44089F29-E3CB-4B33-9A98-B68D65CCBB61}" dt="2026-04-10T14:50:41.926" v="970" actId="1076"/>
          <ac:spMkLst>
            <pc:docMk/>
            <pc:sldMk cId="767395216" sldId="259"/>
            <ac:spMk id="6" creationId="{6C20E0F7-EF64-66E1-58AE-651F6CA2509E}"/>
          </ac:spMkLst>
        </pc:spChg>
        <pc:spChg chg="del">
          <ac:chgData name="Tahoc Wokam, Durrice Lea" userId="d78c891b-178f-45b9-ae2d-0c5dffc246c9" providerId="ADAL" clId="{44089F29-E3CB-4B33-9A98-B68D65CCBB61}" dt="2026-04-10T13:41:21.301" v="93" actId="478"/>
          <ac:spMkLst>
            <pc:docMk/>
            <pc:sldMk cId="767395216" sldId="259"/>
            <ac:spMk id="7" creationId="{7794251B-AEE0-94E0-A9C6-A89AD18999B3}"/>
          </ac:spMkLst>
        </pc:spChg>
        <pc:spChg chg="add del mod">
          <ac:chgData name="Tahoc Wokam, Durrice Lea" userId="d78c891b-178f-45b9-ae2d-0c5dffc246c9" providerId="ADAL" clId="{44089F29-E3CB-4B33-9A98-B68D65CCBB61}" dt="2026-04-10T13:48:36.428" v="284" actId="478"/>
          <ac:spMkLst>
            <pc:docMk/>
            <pc:sldMk cId="767395216" sldId="259"/>
            <ac:spMk id="9" creationId="{DA8E47A5-502B-490E-3CDE-8DFC098A59F8}"/>
          </ac:spMkLst>
        </pc:spChg>
        <pc:spChg chg="add mod">
          <ac:chgData name="Tahoc Wokam, Durrice Lea" userId="d78c891b-178f-45b9-ae2d-0c5dffc246c9" providerId="ADAL" clId="{44089F29-E3CB-4B33-9A98-B68D65CCBB61}" dt="2026-04-10T16:03:37.268" v="1476" actId="164"/>
          <ac:spMkLst>
            <pc:docMk/>
            <pc:sldMk cId="767395216" sldId="259"/>
            <ac:spMk id="10" creationId="{72B462CB-D2F5-8313-0A6D-CDD0C8F869ED}"/>
          </ac:spMkLst>
        </pc:spChg>
        <pc:spChg chg="add mod">
          <ac:chgData name="Tahoc Wokam, Durrice Lea" userId="d78c891b-178f-45b9-ae2d-0c5dffc246c9" providerId="ADAL" clId="{44089F29-E3CB-4B33-9A98-B68D65CCBB61}" dt="2026-04-10T16:04:28.766" v="1481" actId="164"/>
          <ac:spMkLst>
            <pc:docMk/>
            <pc:sldMk cId="767395216" sldId="259"/>
            <ac:spMk id="11" creationId="{11848579-E89C-E159-62C1-5C7DC7D7A221}"/>
          </ac:spMkLst>
        </pc:spChg>
        <pc:spChg chg="add mod">
          <ac:chgData name="Tahoc Wokam, Durrice Lea" userId="d78c891b-178f-45b9-ae2d-0c5dffc246c9" providerId="ADAL" clId="{44089F29-E3CB-4B33-9A98-B68D65CCBB61}" dt="2026-04-10T16:04:45.504" v="1482" actId="164"/>
          <ac:spMkLst>
            <pc:docMk/>
            <pc:sldMk cId="767395216" sldId="259"/>
            <ac:spMk id="12" creationId="{F0E551B8-7D3B-3C78-64AB-48CC7E475659}"/>
          </ac:spMkLst>
        </pc:spChg>
        <pc:spChg chg="add mod">
          <ac:chgData name="Tahoc Wokam, Durrice Lea" userId="d78c891b-178f-45b9-ae2d-0c5dffc246c9" providerId="ADAL" clId="{44089F29-E3CB-4B33-9A98-B68D65CCBB61}" dt="2026-04-10T16:03:43.695" v="1477" actId="164"/>
          <ac:spMkLst>
            <pc:docMk/>
            <pc:sldMk cId="767395216" sldId="259"/>
            <ac:spMk id="13" creationId="{A13C938E-320D-2FB4-9231-77E8F93C7AC7}"/>
          </ac:spMkLst>
        </pc:spChg>
        <pc:spChg chg="add mod">
          <ac:chgData name="Tahoc Wokam, Durrice Lea" userId="d78c891b-178f-45b9-ae2d-0c5dffc246c9" providerId="ADAL" clId="{44089F29-E3CB-4B33-9A98-B68D65CCBB61}" dt="2026-04-10T16:04:01.014" v="1478" actId="164"/>
          <ac:spMkLst>
            <pc:docMk/>
            <pc:sldMk cId="767395216" sldId="259"/>
            <ac:spMk id="14" creationId="{1BB9FF1A-1413-7E0A-8102-3B97A0876A45}"/>
          </ac:spMkLst>
        </pc:spChg>
        <pc:spChg chg="add mod">
          <ac:chgData name="Tahoc Wokam, Durrice Lea" userId="d78c891b-178f-45b9-ae2d-0c5dffc246c9" providerId="ADAL" clId="{44089F29-E3CB-4B33-9A98-B68D65CCBB61}" dt="2026-04-10T16:04:14.563" v="1479" actId="164"/>
          <ac:spMkLst>
            <pc:docMk/>
            <pc:sldMk cId="767395216" sldId="259"/>
            <ac:spMk id="15" creationId="{7C15384F-0A21-89B0-A714-517BAB34425B}"/>
          </ac:spMkLst>
        </pc:spChg>
        <pc:spChg chg="mod">
          <ac:chgData name="Tahoc Wokam, Durrice Lea" userId="d78c891b-178f-45b9-ae2d-0c5dffc246c9" providerId="ADAL" clId="{44089F29-E3CB-4B33-9A98-B68D65CCBB61}" dt="2026-04-10T13:21:36.657" v="70" actId="208"/>
          <ac:spMkLst>
            <pc:docMk/>
            <pc:sldMk cId="767395216" sldId="259"/>
            <ac:spMk id="16" creationId="{7DB6BAAB-D281-01AF-2920-912F296B1629}"/>
          </ac:spMkLst>
        </pc:spChg>
        <pc:spChg chg="add mod">
          <ac:chgData name="Tahoc Wokam, Durrice Lea" userId="d78c891b-178f-45b9-ae2d-0c5dffc246c9" providerId="ADAL" clId="{44089F29-E3CB-4B33-9A98-B68D65CCBB61}" dt="2026-04-10T16:04:20.144" v="1480" actId="164"/>
          <ac:spMkLst>
            <pc:docMk/>
            <pc:sldMk cId="767395216" sldId="259"/>
            <ac:spMk id="17" creationId="{C3C769D9-2DA1-7CEF-C36C-318C4C289732}"/>
          </ac:spMkLst>
        </pc:spChg>
        <pc:spChg chg="add mod">
          <ac:chgData name="Tahoc Wokam, Durrice Lea" userId="d78c891b-178f-45b9-ae2d-0c5dffc246c9" providerId="ADAL" clId="{44089F29-E3CB-4B33-9A98-B68D65CCBB61}" dt="2026-04-10T16:05:29.385" v="1491" actId="1076"/>
          <ac:spMkLst>
            <pc:docMk/>
            <pc:sldMk cId="767395216" sldId="259"/>
            <ac:spMk id="18" creationId="{D5E87F35-F5C8-641D-D757-AD4379C14896}"/>
          </ac:spMkLst>
        </pc:spChg>
        <pc:spChg chg="add mod">
          <ac:chgData name="Tahoc Wokam, Durrice Lea" userId="d78c891b-178f-45b9-ae2d-0c5dffc246c9" providerId="ADAL" clId="{44089F29-E3CB-4B33-9A98-B68D65CCBB61}" dt="2026-04-10T16:05:45.379" v="1494" actId="1076"/>
          <ac:spMkLst>
            <pc:docMk/>
            <pc:sldMk cId="767395216" sldId="259"/>
            <ac:spMk id="19" creationId="{2B02CBAB-9569-9588-4F07-530E388DC287}"/>
          </ac:spMkLst>
        </pc:spChg>
        <pc:spChg chg="add mod">
          <ac:chgData name="Tahoc Wokam, Durrice Lea" userId="d78c891b-178f-45b9-ae2d-0c5dffc246c9" providerId="ADAL" clId="{44089F29-E3CB-4B33-9A98-B68D65CCBB61}" dt="2026-04-10T16:05:52.789" v="1497" actId="1076"/>
          <ac:spMkLst>
            <pc:docMk/>
            <pc:sldMk cId="767395216" sldId="259"/>
            <ac:spMk id="20" creationId="{A7B27477-B9CA-BC82-5AF2-0C6392212EB3}"/>
          </ac:spMkLst>
        </pc:spChg>
        <pc:spChg chg="add mod">
          <ac:chgData name="Tahoc Wokam, Durrice Lea" userId="d78c891b-178f-45b9-ae2d-0c5dffc246c9" providerId="ADAL" clId="{44089F29-E3CB-4B33-9A98-B68D65CCBB61}" dt="2026-04-10T16:06:04.818" v="1503" actId="1076"/>
          <ac:spMkLst>
            <pc:docMk/>
            <pc:sldMk cId="767395216" sldId="259"/>
            <ac:spMk id="21" creationId="{E3D94BA5-5230-253C-CC33-C8502DE62088}"/>
          </ac:spMkLst>
        </pc:spChg>
        <pc:spChg chg="add mod">
          <ac:chgData name="Tahoc Wokam, Durrice Lea" userId="d78c891b-178f-45b9-ae2d-0c5dffc246c9" providerId="ADAL" clId="{44089F29-E3CB-4B33-9A98-B68D65CCBB61}" dt="2026-04-10T16:06:11.280" v="1506" actId="14100"/>
          <ac:spMkLst>
            <pc:docMk/>
            <pc:sldMk cId="767395216" sldId="259"/>
            <ac:spMk id="22" creationId="{65621101-6A5B-3BC2-9C20-64841347FD95}"/>
          </ac:spMkLst>
        </pc:spChg>
        <pc:spChg chg="add mod">
          <ac:chgData name="Tahoc Wokam, Durrice Lea" userId="d78c891b-178f-45b9-ae2d-0c5dffc246c9" providerId="ADAL" clId="{44089F29-E3CB-4B33-9A98-B68D65CCBB61}" dt="2026-04-10T16:06:21.107" v="1509" actId="1076"/>
          <ac:spMkLst>
            <pc:docMk/>
            <pc:sldMk cId="767395216" sldId="259"/>
            <ac:spMk id="23" creationId="{1365B8CC-6492-0D34-9336-1A0272C73693}"/>
          </ac:spMkLst>
        </pc:spChg>
        <pc:spChg chg="add mod">
          <ac:chgData name="Tahoc Wokam, Durrice Lea" userId="d78c891b-178f-45b9-ae2d-0c5dffc246c9" providerId="ADAL" clId="{44089F29-E3CB-4B33-9A98-B68D65CCBB61}" dt="2026-04-10T16:05:57.941" v="1500" actId="1076"/>
          <ac:spMkLst>
            <pc:docMk/>
            <pc:sldMk cId="767395216" sldId="259"/>
            <ac:spMk id="24" creationId="{A7242798-7E33-52BC-2B7E-B861C8201722}"/>
          </ac:spMkLst>
        </pc:spChg>
        <pc:grpChg chg="add mod">
          <ac:chgData name="Tahoc Wokam, Durrice Lea" userId="d78c891b-178f-45b9-ae2d-0c5dffc246c9" providerId="ADAL" clId="{44089F29-E3CB-4B33-9A98-B68D65CCBB61}" dt="2026-04-10T16:03:37.268" v="1476" actId="164"/>
          <ac:grpSpMkLst>
            <pc:docMk/>
            <pc:sldMk cId="767395216" sldId="259"/>
            <ac:grpSpMk id="25" creationId="{25E05071-93C8-15DD-A0DC-695AD3D6EE19}"/>
          </ac:grpSpMkLst>
        </pc:grpChg>
        <pc:grpChg chg="add mod">
          <ac:chgData name="Tahoc Wokam, Durrice Lea" userId="d78c891b-178f-45b9-ae2d-0c5dffc246c9" providerId="ADAL" clId="{44089F29-E3CB-4B33-9A98-B68D65CCBB61}" dt="2026-04-10T16:03:43.695" v="1477" actId="164"/>
          <ac:grpSpMkLst>
            <pc:docMk/>
            <pc:sldMk cId="767395216" sldId="259"/>
            <ac:grpSpMk id="26" creationId="{A1C1A34C-6C1E-3C1B-B772-594589ADCF27}"/>
          </ac:grpSpMkLst>
        </pc:grpChg>
        <pc:grpChg chg="add mod">
          <ac:chgData name="Tahoc Wokam, Durrice Lea" userId="d78c891b-178f-45b9-ae2d-0c5dffc246c9" providerId="ADAL" clId="{44089F29-E3CB-4B33-9A98-B68D65CCBB61}" dt="2026-04-10T16:04:01.014" v="1478" actId="164"/>
          <ac:grpSpMkLst>
            <pc:docMk/>
            <pc:sldMk cId="767395216" sldId="259"/>
            <ac:grpSpMk id="27" creationId="{0370F981-1BBF-CD87-35E2-FF146BCF805E}"/>
          </ac:grpSpMkLst>
        </pc:grpChg>
        <pc:grpChg chg="add mod">
          <ac:chgData name="Tahoc Wokam, Durrice Lea" userId="d78c891b-178f-45b9-ae2d-0c5dffc246c9" providerId="ADAL" clId="{44089F29-E3CB-4B33-9A98-B68D65CCBB61}" dt="2026-04-10T16:04:14.563" v="1479" actId="164"/>
          <ac:grpSpMkLst>
            <pc:docMk/>
            <pc:sldMk cId="767395216" sldId="259"/>
            <ac:grpSpMk id="28" creationId="{5847C4AD-87CE-FFAF-8584-4E6543ABA47A}"/>
          </ac:grpSpMkLst>
        </pc:grpChg>
        <pc:grpChg chg="add mod">
          <ac:chgData name="Tahoc Wokam, Durrice Lea" userId="d78c891b-178f-45b9-ae2d-0c5dffc246c9" providerId="ADAL" clId="{44089F29-E3CB-4B33-9A98-B68D65CCBB61}" dt="2026-04-10T16:04:20.144" v="1480" actId="164"/>
          <ac:grpSpMkLst>
            <pc:docMk/>
            <pc:sldMk cId="767395216" sldId="259"/>
            <ac:grpSpMk id="29" creationId="{5DDBA3C0-5D44-C4EE-0307-ABDC1F2542DE}"/>
          </ac:grpSpMkLst>
        </pc:grpChg>
        <pc:grpChg chg="add mod">
          <ac:chgData name="Tahoc Wokam, Durrice Lea" userId="d78c891b-178f-45b9-ae2d-0c5dffc246c9" providerId="ADAL" clId="{44089F29-E3CB-4B33-9A98-B68D65CCBB61}" dt="2026-04-10T16:04:28.766" v="1481" actId="164"/>
          <ac:grpSpMkLst>
            <pc:docMk/>
            <pc:sldMk cId="767395216" sldId="259"/>
            <ac:grpSpMk id="30" creationId="{DC8BAC64-0D6E-53F8-D478-29BEF404CFA8}"/>
          </ac:grpSpMkLst>
        </pc:grpChg>
        <pc:grpChg chg="add mod">
          <ac:chgData name="Tahoc Wokam, Durrice Lea" userId="d78c891b-178f-45b9-ae2d-0c5dffc246c9" providerId="ADAL" clId="{44089F29-E3CB-4B33-9A98-B68D65CCBB61}" dt="2026-04-10T16:04:45.504" v="1482" actId="164"/>
          <ac:grpSpMkLst>
            <pc:docMk/>
            <pc:sldMk cId="767395216" sldId="259"/>
            <ac:grpSpMk id="31" creationId="{B5D19BA9-B2C4-C8D4-24AA-227676FD853E}"/>
          </ac:grpSpMkLst>
        </pc:grpChg>
        <pc:picChg chg="del">
          <ac:chgData name="Tahoc Wokam, Durrice Lea" userId="d78c891b-178f-45b9-ae2d-0c5dffc246c9" providerId="ADAL" clId="{44089F29-E3CB-4B33-9A98-B68D65CCBB61}" dt="2026-04-10T13:41:55.450" v="140" actId="478"/>
          <ac:picMkLst>
            <pc:docMk/>
            <pc:sldMk cId="767395216" sldId="259"/>
            <ac:picMk id="5" creationId="{41E2EB5C-1996-16D2-2398-7AE7D658490D}"/>
          </ac:picMkLst>
        </pc:picChg>
        <pc:cxnChg chg="add del mod">
          <ac:chgData name="Tahoc Wokam, Durrice Lea" userId="d78c891b-178f-45b9-ae2d-0c5dffc246c9" providerId="ADAL" clId="{44089F29-E3CB-4B33-9A98-B68D65CCBB61}" dt="2026-04-10T13:46:39.612" v="259" actId="11529"/>
          <ac:cxnSpMkLst>
            <pc:docMk/>
            <pc:sldMk cId="767395216" sldId="259"/>
            <ac:cxnSpMk id="4" creationId="{438479BE-5150-4819-6AD1-5EA785309550}"/>
          </ac:cxnSpMkLst>
        </pc:cxnChg>
      </pc:sldChg>
      <pc:sldChg chg="addSp delSp modSp add del mod">
        <pc:chgData name="Tahoc Wokam, Durrice Lea" userId="d78c891b-178f-45b9-ae2d-0c5dffc246c9" providerId="ADAL" clId="{44089F29-E3CB-4B33-9A98-B68D65CCBB61}" dt="2026-04-10T15:49:04.557" v="1444" actId="2696"/>
        <pc:sldMkLst>
          <pc:docMk/>
          <pc:sldMk cId="1123198902" sldId="261"/>
        </pc:sldMkLst>
        <pc:spChg chg="add del">
          <ac:chgData name="Tahoc Wokam, Durrice Lea" userId="d78c891b-178f-45b9-ae2d-0c5dffc246c9" providerId="ADAL" clId="{44089F29-E3CB-4B33-9A98-B68D65CCBB61}" dt="2026-04-10T14:24:49.956" v="652" actId="478"/>
          <ac:spMkLst>
            <pc:docMk/>
            <pc:sldMk cId="1123198902" sldId="261"/>
            <ac:spMk id="9" creationId="{C2F7A082-9758-F44F-8547-C4618E02B51F}"/>
          </ac:spMkLst>
        </pc:spChg>
        <pc:picChg chg="add del">
          <ac:chgData name="Tahoc Wokam, Durrice Lea" userId="d78c891b-178f-45b9-ae2d-0c5dffc246c9" providerId="ADAL" clId="{44089F29-E3CB-4B33-9A98-B68D65CCBB61}" dt="2026-04-10T14:24:50.726" v="654" actId="478"/>
          <ac:picMkLst>
            <pc:docMk/>
            <pc:sldMk cId="1123198902" sldId="261"/>
            <ac:picMk id="6" creationId="{A54EC5EC-6A20-7DF3-19EC-A37323640D25}"/>
          </ac:picMkLst>
        </pc:picChg>
        <pc:picChg chg="add del">
          <ac:chgData name="Tahoc Wokam, Durrice Lea" userId="d78c891b-178f-45b9-ae2d-0c5dffc246c9" providerId="ADAL" clId="{44089F29-E3CB-4B33-9A98-B68D65CCBB61}" dt="2026-04-10T14:24:50.370" v="653" actId="478"/>
          <ac:picMkLst>
            <pc:docMk/>
            <pc:sldMk cId="1123198902" sldId="261"/>
            <ac:picMk id="7" creationId="{23DB0FAB-D2F2-0952-2B13-752F495FDE65}"/>
          </ac:picMkLst>
        </pc:picChg>
        <pc:picChg chg="mod">
          <ac:chgData name="Tahoc Wokam, Durrice Lea" userId="d78c891b-178f-45b9-ae2d-0c5dffc246c9" providerId="ADAL" clId="{44089F29-E3CB-4B33-9A98-B68D65CCBB61}" dt="2026-04-10T14:51:43.685" v="971" actId="1076"/>
          <ac:picMkLst>
            <pc:docMk/>
            <pc:sldMk cId="1123198902" sldId="261"/>
            <ac:picMk id="8" creationId="{017ADAAB-340C-2E7C-218A-1A14DDD165E5}"/>
          </ac:picMkLst>
        </pc:picChg>
        <pc:picChg chg="mod">
          <ac:chgData name="Tahoc Wokam, Durrice Lea" userId="d78c891b-178f-45b9-ae2d-0c5dffc246c9" providerId="ADAL" clId="{44089F29-E3CB-4B33-9A98-B68D65CCBB61}" dt="2026-04-10T14:24:49.511" v="651" actId="1076"/>
          <ac:picMkLst>
            <pc:docMk/>
            <pc:sldMk cId="1123198902" sldId="261"/>
            <ac:picMk id="3074" creationId="{2DA2042F-7882-0F3A-07BD-173DE8A790D9}"/>
          </ac:picMkLst>
        </pc:picChg>
      </pc:sldChg>
      <pc:sldChg chg="addSp delSp modSp mod ord modTransition delAnim modAnim">
        <pc:chgData name="Tahoc Wokam, Durrice Lea" userId="d78c891b-178f-45b9-ae2d-0c5dffc246c9" providerId="ADAL" clId="{44089F29-E3CB-4B33-9A98-B68D65CCBB61}" dt="2026-04-10T16:12:04.054" v="1564"/>
        <pc:sldMkLst>
          <pc:docMk/>
          <pc:sldMk cId="1729540412" sldId="262"/>
        </pc:sldMkLst>
        <pc:spChg chg="mod">
          <ac:chgData name="Tahoc Wokam, Durrice Lea" userId="d78c891b-178f-45b9-ae2d-0c5dffc246c9" providerId="ADAL" clId="{44089F29-E3CB-4B33-9A98-B68D65CCBB61}" dt="2026-04-10T13:22:40.325" v="76" actId="208"/>
          <ac:spMkLst>
            <pc:docMk/>
            <pc:sldMk cId="1729540412" sldId="262"/>
            <ac:spMk id="2" creationId="{E08D14E4-A3F9-CDB6-6DC1-D38D68E7B2CC}"/>
          </ac:spMkLst>
        </pc:spChg>
        <pc:spChg chg="del">
          <ac:chgData name="Tahoc Wokam, Durrice Lea" userId="d78c891b-178f-45b9-ae2d-0c5dffc246c9" providerId="ADAL" clId="{44089F29-E3CB-4B33-9A98-B68D65CCBB61}" dt="2026-04-10T15:39:42.250" v="1385" actId="478"/>
          <ac:spMkLst>
            <pc:docMk/>
            <pc:sldMk cId="1729540412" sldId="262"/>
            <ac:spMk id="4" creationId="{0A888C8A-D9C1-02E5-E86B-898A23CBD119}"/>
          </ac:spMkLst>
        </pc:spChg>
        <pc:spChg chg="add mod">
          <ac:chgData name="Tahoc Wokam, Durrice Lea" userId="d78c891b-178f-45b9-ae2d-0c5dffc246c9" providerId="ADAL" clId="{44089F29-E3CB-4B33-9A98-B68D65CCBB61}" dt="2026-04-10T15:46:39.443" v="1428" actId="122"/>
          <ac:spMkLst>
            <pc:docMk/>
            <pc:sldMk cId="1729540412" sldId="262"/>
            <ac:spMk id="5" creationId="{E4991C51-B3BD-D0F0-FE77-F24BD57FC9BC}"/>
          </ac:spMkLst>
        </pc:spChg>
        <pc:picChg chg="add mod">
          <ac:chgData name="Tahoc Wokam, Durrice Lea" userId="d78c891b-178f-45b9-ae2d-0c5dffc246c9" providerId="ADAL" clId="{44089F29-E3CB-4B33-9A98-B68D65CCBB61}" dt="2026-04-10T15:46:42.771" v="1429" actId="1076"/>
          <ac:picMkLst>
            <pc:docMk/>
            <pc:sldMk cId="1729540412" sldId="262"/>
            <ac:picMk id="3" creationId="{E93DFFB5-9CE4-E4BA-EB73-634967881238}"/>
          </ac:picMkLst>
        </pc:picChg>
        <pc:picChg chg="mod">
          <ac:chgData name="Tahoc Wokam, Durrice Lea" userId="d78c891b-178f-45b9-ae2d-0c5dffc246c9" providerId="ADAL" clId="{44089F29-E3CB-4B33-9A98-B68D65CCBB61}" dt="2026-04-10T15:46:08.246" v="1421" actId="1076"/>
          <ac:picMkLst>
            <pc:docMk/>
            <pc:sldMk cId="1729540412" sldId="262"/>
            <ac:picMk id="2050" creationId="{DFC211AD-A81D-8624-76E6-561EA87ACC14}"/>
          </ac:picMkLst>
        </pc:picChg>
      </pc:sldChg>
      <pc:sldChg chg="add del">
        <pc:chgData name="Tahoc Wokam, Durrice Lea" userId="d78c891b-178f-45b9-ae2d-0c5dffc246c9" providerId="ADAL" clId="{44089F29-E3CB-4B33-9A98-B68D65CCBB61}" dt="2026-04-10T15:42:52.363" v="1399"/>
        <pc:sldMkLst>
          <pc:docMk/>
          <pc:sldMk cId="3024203009" sldId="263"/>
        </pc:sldMkLst>
      </pc:sldChg>
      <pc:sldChg chg="modSp del mod">
        <pc:chgData name="Tahoc Wokam, Durrice Lea" userId="d78c891b-178f-45b9-ae2d-0c5dffc246c9" providerId="ADAL" clId="{44089F29-E3CB-4B33-9A98-B68D65CCBB61}" dt="2026-04-10T15:42:26.712" v="1397" actId="2696"/>
        <pc:sldMkLst>
          <pc:docMk/>
          <pc:sldMk cId="3907301220" sldId="263"/>
        </pc:sldMkLst>
        <pc:spChg chg="mod">
          <ac:chgData name="Tahoc Wokam, Durrice Lea" userId="d78c891b-178f-45b9-ae2d-0c5dffc246c9" providerId="ADAL" clId="{44089F29-E3CB-4B33-9A98-B68D65CCBB61}" dt="2026-04-10T13:22:47.424" v="77" actId="208"/>
          <ac:spMkLst>
            <pc:docMk/>
            <pc:sldMk cId="3907301220" sldId="263"/>
            <ac:spMk id="2" creationId="{CBA2B383-0674-4DE4-46A2-119A34640D75}"/>
          </ac:spMkLst>
        </pc:spChg>
      </pc:sldChg>
      <pc:sldChg chg="addSp delSp modSp mod ord modTransition modAnim">
        <pc:chgData name="Tahoc Wokam, Durrice Lea" userId="d78c891b-178f-45b9-ae2d-0c5dffc246c9" providerId="ADAL" clId="{44089F29-E3CB-4B33-9A98-B68D65CCBB61}" dt="2026-04-10T16:25:42.134" v="1595" actId="14100"/>
        <pc:sldMkLst>
          <pc:docMk/>
          <pc:sldMk cId="250529483" sldId="265"/>
        </pc:sldMkLst>
        <pc:spChg chg="mod">
          <ac:chgData name="Tahoc Wokam, Durrice Lea" userId="d78c891b-178f-45b9-ae2d-0c5dffc246c9" providerId="ADAL" clId="{44089F29-E3CB-4B33-9A98-B68D65CCBB61}" dt="2026-04-10T13:22:29.035" v="74" actId="208"/>
          <ac:spMkLst>
            <pc:docMk/>
            <pc:sldMk cId="250529483" sldId="265"/>
            <ac:spMk id="2" creationId="{1A432183-F8F5-C6B3-4A57-5EC229EDF17F}"/>
          </ac:spMkLst>
        </pc:spChg>
        <pc:spChg chg="mod">
          <ac:chgData name="Tahoc Wokam, Durrice Lea" userId="d78c891b-178f-45b9-ae2d-0c5dffc246c9" providerId="ADAL" clId="{44089F29-E3CB-4B33-9A98-B68D65CCBB61}" dt="2026-04-10T16:25:42.134" v="1595" actId="14100"/>
          <ac:spMkLst>
            <pc:docMk/>
            <pc:sldMk cId="250529483" sldId="265"/>
            <ac:spMk id="5" creationId="{188F9727-BE4B-A3C0-9A16-9F0E33063CD7}"/>
          </ac:spMkLst>
        </pc:spChg>
        <pc:spChg chg="add mod">
          <ac:chgData name="Tahoc Wokam, Durrice Lea" userId="d78c891b-178f-45b9-ae2d-0c5dffc246c9" providerId="ADAL" clId="{44089F29-E3CB-4B33-9A98-B68D65CCBB61}" dt="2026-04-10T15:38:46.750" v="1380" actId="255"/>
          <ac:spMkLst>
            <pc:docMk/>
            <pc:sldMk cId="250529483" sldId="265"/>
            <ac:spMk id="6" creationId="{0662B784-7658-CCCB-55B3-D246B78A3D21}"/>
          </ac:spMkLst>
        </pc:spChg>
        <pc:spChg chg="add mod">
          <ac:chgData name="Tahoc Wokam, Durrice Lea" userId="d78c891b-178f-45b9-ae2d-0c5dffc246c9" providerId="ADAL" clId="{44089F29-E3CB-4B33-9A98-B68D65CCBB61}" dt="2026-04-10T15:44:00.386" v="1405" actId="1076"/>
          <ac:spMkLst>
            <pc:docMk/>
            <pc:sldMk cId="250529483" sldId="265"/>
            <ac:spMk id="7" creationId="{34D6E4CC-A44B-AA88-8382-579C715090F1}"/>
          </ac:spMkLst>
        </pc:spChg>
        <pc:picChg chg="del mod">
          <ac:chgData name="Tahoc Wokam, Durrice Lea" userId="d78c891b-178f-45b9-ae2d-0c5dffc246c9" providerId="ADAL" clId="{44089F29-E3CB-4B33-9A98-B68D65CCBB61}" dt="2026-04-10T15:43:43.466" v="1402" actId="478"/>
          <ac:picMkLst>
            <pc:docMk/>
            <pc:sldMk cId="250529483" sldId="265"/>
            <ac:picMk id="3" creationId="{3CF619BB-19E1-74EA-1FED-E238D3E5CB53}"/>
          </ac:picMkLst>
        </pc:picChg>
        <pc:picChg chg="add mod">
          <ac:chgData name="Tahoc Wokam, Durrice Lea" userId="d78c891b-178f-45b9-ae2d-0c5dffc246c9" providerId="ADAL" clId="{44089F29-E3CB-4B33-9A98-B68D65CCBB61}" dt="2026-04-10T15:45:59.529" v="1420" actId="1076"/>
          <ac:picMkLst>
            <pc:docMk/>
            <pc:sldMk cId="250529483" sldId="265"/>
            <ac:picMk id="8" creationId="{64B273C1-0F11-3B9C-9D55-CB9DF31C96F4}"/>
          </ac:picMkLst>
        </pc:picChg>
        <pc:picChg chg="add mod">
          <ac:chgData name="Tahoc Wokam, Durrice Lea" userId="d78c891b-178f-45b9-ae2d-0c5dffc246c9" providerId="ADAL" clId="{44089F29-E3CB-4B33-9A98-B68D65CCBB61}" dt="2026-04-10T15:45:11.670" v="1413" actId="1076"/>
          <ac:picMkLst>
            <pc:docMk/>
            <pc:sldMk cId="250529483" sldId="265"/>
            <ac:picMk id="9" creationId="{ADE2E6E5-4644-36B6-D4D3-CF2469365F35}"/>
          </ac:picMkLst>
        </pc:picChg>
      </pc:sldChg>
      <pc:sldChg chg="addSp delSp modSp add del mod ord modTransition">
        <pc:chgData name="Tahoc Wokam, Durrice Lea" userId="d78c891b-178f-45b9-ae2d-0c5dffc246c9" providerId="ADAL" clId="{44089F29-E3CB-4B33-9A98-B68D65CCBB61}" dt="2026-04-10T16:11:41.726" v="1556"/>
        <pc:sldMkLst>
          <pc:docMk/>
          <pc:sldMk cId="165816397" sldId="274"/>
        </pc:sldMkLst>
        <pc:spChg chg="add mod">
          <ac:chgData name="Tahoc Wokam, Durrice Lea" userId="d78c891b-178f-45b9-ae2d-0c5dffc246c9" providerId="ADAL" clId="{44089F29-E3CB-4B33-9A98-B68D65CCBB61}" dt="2026-04-10T15:12:10.447" v="1102" actId="1076"/>
          <ac:spMkLst>
            <pc:docMk/>
            <pc:sldMk cId="165816397" sldId="274"/>
            <ac:spMk id="3" creationId="{0C97BA71-9B47-3210-667B-AE57F1A4082B}"/>
          </ac:spMkLst>
        </pc:spChg>
        <pc:spChg chg="del">
          <ac:chgData name="Tahoc Wokam, Durrice Lea" userId="d78c891b-178f-45b9-ae2d-0c5dffc246c9" providerId="ADAL" clId="{44089F29-E3CB-4B33-9A98-B68D65CCBB61}" dt="2026-04-10T14:54:13.159" v="991" actId="478"/>
          <ac:spMkLst>
            <pc:docMk/>
            <pc:sldMk cId="165816397" sldId="274"/>
            <ac:spMk id="4" creationId="{317B32C9-E0AC-52C2-9762-6A16F928F3E7}"/>
          </ac:spMkLst>
        </pc:spChg>
        <pc:spChg chg="add mod">
          <ac:chgData name="Tahoc Wokam, Durrice Lea" userId="d78c891b-178f-45b9-ae2d-0c5dffc246c9" providerId="ADAL" clId="{44089F29-E3CB-4B33-9A98-B68D65CCBB61}" dt="2026-04-10T15:02:59.686" v="1051" actId="1076"/>
          <ac:spMkLst>
            <pc:docMk/>
            <pc:sldMk cId="165816397" sldId="274"/>
            <ac:spMk id="5" creationId="{879C0F74-3373-3FDE-5135-2C0EBEA9FCA8}"/>
          </ac:spMkLst>
        </pc:spChg>
        <pc:spChg chg="mod">
          <ac:chgData name="Tahoc Wokam, Durrice Lea" userId="d78c891b-178f-45b9-ae2d-0c5dffc246c9" providerId="ADAL" clId="{44089F29-E3CB-4B33-9A98-B68D65CCBB61}" dt="2026-04-10T14:54:20.733" v="994" actId="1076"/>
          <ac:spMkLst>
            <pc:docMk/>
            <pc:sldMk cId="165816397" sldId="274"/>
            <ac:spMk id="9" creationId="{01893CCC-E599-DB43-E954-83BFEB6CCEE7}"/>
          </ac:spMkLst>
        </pc:spChg>
        <pc:spChg chg="add mod">
          <ac:chgData name="Tahoc Wokam, Durrice Lea" userId="d78c891b-178f-45b9-ae2d-0c5dffc246c9" providerId="ADAL" clId="{44089F29-E3CB-4B33-9A98-B68D65CCBB61}" dt="2026-04-10T15:01:57.172" v="1038" actId="1076"/>
          <ac:spMkLst>
            <pc:docMk/>
            <pc:sldMk cId="165816397" sldId="274"/>
            <ac:spMk id="10" creationId="{E13ADCBB-3B4D-48DF-8406-936167C53A3E}"/>
          </ac:spMkLst>
        </pc:spChg>
        <pc:spChg chg="add mod">
          <ac:chgData name="Tahoc Wokam, Durrice Lea" userId="d78c891b-178f-45b9-ae2d-0c5dffc246c9" providerId="ADAL" clId="{44089F29-E3CB-4B33-9A98-B68D65CCBB61}" dt="2026-04-10T15:02:55.616" v="1050" actId="1076"/>
          <ac:spMkLst>
            <pc:docMk/>
            <pc:sldMk cId="165816397" sldId="274"/>
            <ac:spMk id="11" creationId="{19B0F003-E79C-D9C4-0C26-5397224FCADE}"/>
          </ac:spMkLst>
        </pc:spChg>
        <pc:picChg chg="del">
          <ac:chgData name="Tahoc Wokam, Durrice Lea" userId="d78c891b-178f-45b9-ae2d-0c5dffc246c9" providerId="ADAL" clId="{44089F29-E3CB-4B33-9A98-B68D65CCBB61}" dt="2026-04-10T14:52:09.466" v="972" actId="478"/>
          <ac:picMkLst>
            <pc:docMk/>
            <pc:sldMk cId="165816397" sldId="274"/>
            <ac:picMk id="2" creationId="{8FAA4F28-2EC9-9155-805B-9598FB82B20E}"/>
          </ac:picMkLst>
        </pc:picChg>
        <pc:picChg chg="add mod">
          <ac:chgData name="Tahoc Wokam, Durrice Lea" userId="d78c891b-178f-45b9-ae2d-0c5dffc246c9" providerId="ADAL" clId="{44089F29-E3CB-4B33-9A98-B68D65CCBB61}" dt="2026-04-10T15:02:50.815" v="1049" actId="1076"/>
          <ac:picMkLst>
            <pc:docMk/>
            <pc:sldMk cId="165816397" sldId="274"/>
            <ac:picMk id="6" creationId="{5818FAD6-FF32-AD68-2571-64A29087794D}"/>
          </ac:picMkLst>
        </pc:picChg>
        <pc:picChg chg="del">
          <ac:chgData name="Tahoc Wokam, Durrice Lea" userId="d78c891b-178f-45b9-ae2d-0c5dffc246c9" providerId="ADAL" clId="{44089F29-E3CB-4B33-9A98-B68D65CCBB61}" dt="2026-04-10T14:52:51.667" v="975" actId="478"/>
          <ac:picMkLst>
            <pc:docMk/>
            <pc:sldMk cId="165816397" sldId="274"/>
            <ac:picMk id="7" creationId="{F5B8BE59-CA87-6C52-2BEF-2FE6460A740D}"/>
          </ac:picMkLst>
        </pc:picChg>
        <pc:picChg chg="del">
          <ac:chgData name="Tahoc Wokam, Durrice Lea" userId="d78c891b-178f-45b9-ae2d-0c5dffc246c9" providerId="ADAL" clId="{44089F29-E3CB-4B33-9A98-B68D65CCBB61}" dt="2026-04-10T14:52:52.591" v="976" actId="478"/>
          <ac:picMkLst>
            <pc:docMk/>
            <pc:sldMk cId="165816397" sldId="274"/>
            <ac:picMk id="2050" creationId="{59257015-33AE-5A67-38F3-4FF41CCD81DD}"/>
          </ac:picMkLst>
        </pc:picChg>
        <pc:picChg chg="mod">
          <ac:chgData name="Tahoc Wokam, Durrice Lea" userId="d78c891b-178f-45b9-ae2d-0c5dffc246c9" providerId="ADAL" clId="{44089F29-E3CB-4B33-9A98-B68D65CCBB61}" dt="2026-04-10T14:54:17.211" v="993" actId="1076"/>
          <ac:picMkLst>
            <pc:docMk/>
            <pc:sldMk cId="165816397" sldId="274"/>
            <ac:picMk id="4098" creationId="{D4BDB7C2-3827-301A-1107-F8AADF82B02E}"/>
          </ac:picMkLst>
        </pc:picChg>
        <pc:cxnChg chg="mod">
          <ac:chgData name="Tahoc Wokam, Durrice Lea" userId="d78c891b-178f-45b9-ae2d-0c5dffc246c9" providerId="ADAL" clId="{44089F29-E3CB-4B33-9A98-B68D65CCBB61}" dt="2026-04-10T15:02:45.047" v="1047" actId="1076"/>
          <ac:cxnSpMkLst>
            <pc:docMk/>
            <pc:sldMk cId="165816397" sldId="274"/>
            <ac:cxnSpMk id="8" creationId="{8D1BEE74-9F1F-4866-555E-8D614F581940}"/>
          </ac:cxnSpMkLst>
        </pc:cxnChg>
      </pc:sldChg>
      <pc:sldChg chg="addSp delSp modSp mod ord modTransition">
        <pc:chgData name="Tahoc Wokam, Durrice Lea" userId="d78c891b-178f-45b9-ae2d-0c5dffc246c9" providerId="ADAL" clId="{44089F29-E3CB-4B33-9A98-B68D65CCBB61}" dt="2026-04-10T16:24:59.081" v="1594" actId="12100"/>
        <pc:sldMkLst>
          <pc:docMk/>
          <pc:sldMk cId="1136714045" sldId="279"/>
        </pc:sldMkLst>
        <pc:spChg chg="mod">
          <ac:chgData name="Tahoc Wokam, Durrice Lea" userId="d78c891b-178f-45b9-ae2d-0c5dffc246c9" providerId="ADAL" clId="{44089F29-E3CB-4B33-9A98-B68D65CCBB61}" dt="2026-04-10T13:22:34.416" v="75" actId="208"/>
          <ac:spMkLst>
            <pc:docMk/>
            <pc:sldMk cId="1136714045" sldId="279"/>
            <ac:spMk id="2" creationId="{F3DED124-537C-040E-C09A-34CDE086D80A}"/>
          </ac:spMkLst>
        </pc:spChg>
        <pc:spChg chg="add del mod">
          <ac:chgData name="Tahoc Wokam, Durrice Lea" userId="d78c891b-178f-45b9-ae2d-0c5dffc246c9" providerId="ADAL" clId="{44089F29-E3CB-4B33-9A98-B68D65CCBB61}" dt="2026-04-10T16:23:11.124" v="1581" actId="478"/>
          <ac:spMkLst>
            <pc:docMk/>
            <pc:sldMk cId="1136714045" sldId="279"/>
            <ac:spMk id="4" creationId="{889CFB84-E0C4-A3CD-EF90-4C0296738E0C}"/>
          </ac:spMkLst>
        </pc:spChg>
        <pc:spChg chg="add del mod">
          <ac:chgData name="Tahoc Wokam, Durrice Lea" userId="d78c891b-178f-45b9-ae2d-0c5dffc246c9" providerId="ADAL" clId="{44089F29-E3CB-4B33-9A98-B68D65CCBB61}" dt="2026-04-10T16:23:03.759" v="1579" actId="478"/>
          <ac:spMkLst>
            <pc:docMk/>
            <pc:sldMk cId="1136714045" sldId="279"/>
            <ac:spMk id="7" creationId="{BE40B6AA-1B57-D327-766E-AB76870F337F}"/>
          </ac:spMkLst>
        </pc:spChg>
        <pc:graphicFrameChg chg="add mod modGraphic">
          <ac:chgData name="Tahoc Wokam, Durrice Lea" userId="d78c891b-178f-45b9-ae2d-0c5dffc246c9" providerId="ADAL" clId="{44089F29-E3CB-4B33-9A98-B68D65CCBB61}" dt="2026-04-10T16:24:59.081" v="1594" actId="12100"/>
          <ac:graphicFrameMkLst>
            <pc:docMk/>
            <pc:sldMk cId="1136714045" sldId="279"/>
            <ac:graphicFrameMk id="8" creationId="{41B267A3-2EB9-14A2-141E-52BD00CDBC6A}"/>
          </ac:graphicFrameMkLst>
        </pc:graphicFrameChg>
        <pc:graphicFrameChg chg="del mod">
          <ac:chgData name="Tahoc Wokam, Durrice Lea" userId="d78c891b-178f-45b9-ae2d-0c5dffc246c9" providerId="ADAL" clId="{44089F29-E3CB-4B33-9A98-B68D65CCBB61}" dt="2026-04-10T16:01:14.514" v="1465" actId="478"/>
          <ac:graphicFrameMkLst>
            <pc:docMk/>
            <pc:sldMk cId="1136714045" sldId="279"/>
            <ac:graphicFrameMk id="9" creationId="{81E5D744-CC17-D32E-94D5-5D4E23ABFD24}"/>
          </ac:graphicFrameMkLst>
        </pc:graphicFrameChg>
        <pc:picChg chg="mod">
          <ac:chgData name="Tahoc Wokam, Durrice Lea" userId="d78c891b-178f-45b9-ae2d-0c5dffc246c9" providerId="ADAL" clId="{44089F29-E3CB-4B33-9A98-B68D65CCBB61}" dt="2026-04-10T15:50:00.555" v="1449" actId="1076"/>
          <ac:picMkLst>
            <pc:docMk/>
            <pc:sldMk cId="1136714045" sldId="279"/>
            <ac:picMk id="3" creationId="{4401D4B2-0DFB-8E42-0B53-22F245575510}"/>
          </ac:picMkLst>
        </pc:picChg>
        <pc:cxnChg chg="mod">
          <ac:chgData name="Tahoc Wokam, Durrice Lea" userId="d78c891b-178f-45b9-ae2d-0c5dffc246c9" providerId="ADAL" clId="{44089F29-E3CB-4B33-9A98-B68D65CCBB61}" dt="2026-04-10T15:50:10.757" v="1452" actId="1076"/>
          <ac:cxnSpMkLst>
            <pc:docMk/>
            <pc:sldMk cId="1136714045" sldId="279"/>
            <ac:cxnSpMk id="5" creationId="{48C5F3CD-C7C3-4341-8FC8-4374BE59F57C}"/>
          </ac:cxnSpMkLst>
        </pc:cxnChg>
      </pc:sldChg>
      <pc:sldChg chg="modSp del mod ord setBg">
        <pc:chgData name="Tahoc Wokam, Durrice Lea" userId="d78c891b-178f-45b9-ae2d-0c5dffc246c9" providerId="ADAL" clId="{44089F29-E3CB-4B33-9A98-B68D65CCBB61}" dt="2026-04-10T13:44:44.663" v="252" actId="2696"/>
        <pc:sldMkLst>
          <pc:docMk/>
          <pc:sldMk cId="2041597547" sldId="280"/>
        </pc:sldMkLst>
        <pc:spChg chg="mod">
          <ac:chgData name="Tahoc Wokam, Durrice Lea" userId="d78c891b-178f-45b9-ae2d-0c5dffc246c9" providerId="ADAL" clId="{44089F29-E3CB-4B33-9A98-B68D65CCBB61}" dt="2026-04-10T13:21:57.999" v="72" actId="208"/>
          <ac:spMkLst>
            <pc:docMk/>
            <pc:sldMk cId="2041597547" sldId="280"/>
            <ac:spMk id="5" creationId="{4F5B8E4F-C9BC-86C7-FFD5-837B1360CDF2}"/>
          </ac:spMkLst>
        </pc:spChg>
      </pc:sldChg>
      <pc:sldChg chg="addSp delSp modSp mod ord modTransition delAnim">
        <pc:chgData name="Tahoc Wokam, Durrice Lea" userId="d78c891b-178f-45b9-ae2d-0c5dffc246c9" providerId="ADAL" clId="{44089F29-E3CB-4B33-9A98-B68D65CCBB61}" dt="2026-04-10T16:11:39.438" v="1555"/>
        <pc:sldMkLst>
          <pc:docMk/>
          <pc:sldMk cId="1416851505" sldId="285"/>
        </pc:sldMkLst>
        <pc:spChg chg="del mod">
          <ac:chgData name="Tahoc Wokam, Durrice Lea" userId="d78c891b-178f-45b9-ae2d-0c5dffc246c9" providerId="ADAL" clId="{44089F29-E3CB-4B33-9A98-B68D65CCBB61}" dt="2026-04-10T14:31:18.140" v="698" actId="478"/>
          <ac:spMkLst>
            <pc:docMk/>
            <pc:sldMk cId="1416851505" sldId="285"/>
            <ac:spMk id="2" creationId="{A6A53AF1-3791-1610-E76C-FEC4E4BA340B}"/>
          </ac:spMkLst>
        </pc:spChg>
        <pc:spChg chg="del mod">
          <ac:chgData name="Tahoc Wokam, Durrice Lea" userId="d78c891b-178f-45b9-ae2d-0c5dffc246c9" providerId="ADAL" clId="{44089F29-E3CB-4B33-9A98-B68D65CCBB61}" dt="2026-04-10T14:31:12.025" v="696" actId="478"/>
          <ac:spMkLst>
            <pc:docMk/>
            <pc:sldMk cId="1416851505" sldId="285"/>
            <ac:spMk id="4" creationId="{F61B4B9C-AF81-B03A-8AE0-0C0EEFD1EF79}"/>
          </ac:spMkLst>
        </pc:spChg>
        <pc:spChg chg="mod">
          <ac:chgData name="Tahoc Wokam, Durrice Lea" userId="d78c891b-178f-45b9-ae2d-0c5dffc246c9" providerId="ADAL" clId="{44089F29-E3CB-4B33-9A98-B68D65CCBB61}" dt="2026-04-10T13:22:22.489" v="73" actId="208"/>
          <ac:spMkLst>
            <pc:docMk/>
            <pc:sldMk cId="1416851505" sldId="285"/>
            <ac:spMk id="5" creationId="{5853E60C-C5DE-1A21-2E45-E8837F0C339B}"/>
          </ac:spMkLst>
        </pc:spChg>
        <pc:spChg chg="add mod">
          <ac:chgData name="Tahoc Wokam, Durrice Lea" userId="d78c891b-178f-45b9-ae2d-0c5dffc246c9" providerId="ADAL" clId="{44089F29-E3CB-4B33-9A98-B68D65CCBB61}" dt="2026-04-10T14:48:14.566" v="951" actId="1076"/>
          <ac:spMkLst>
            <pc:docMk/>
            <pc:sldMk cId="1416851505" sldId="285"/>
            <ac:spMk id="8" creationId="{E5E81766-E621-A4E9-18EE-1D48ACA8CA7B}"/>
          </ac:spMkLst>
        </pc:spChg>
        <pc:spChg chg="add mod">
          <ac:chgData name="Tahoc Wokam, Durrice Lea" userId="d78c891b-178f-45b9-ae2d-0c5dffc246c9" providerId="ADAL" clId="{44089F29-E3CB-4B33-9A98-B68D65CCBB61}" dt="2026-04-10T14:40:34.116" v="776" actId="164"/>
          <ac:spMkLst>
            <pc:docMk/>
            <pc:sldMk cId="1416851505" sldId="285"/>
            <ac:spMk id="11" creationId="{42CFC94F-022A-A182-6D98-3A9414BC31F8}"/>
          </ac:spMkLst>
        </pc:spChg>
        <pc:spChg chg="add del mod">
          <ac:chgData name="Tahoc Wokam, Durrice Lea" userId="d78c891b-178f-45b9-ae2d-0c5dffc246c9" providerId="ADAL" clId="{44089F29-E3CB-4B33-9A98-B68D65CCBB61}" dt="2026-04-10T14:37:39.535" v="738"/>
          <ac:spMkLst>
            <pc:docMk/>
            <pc:sldMk cId="1416851505" sldId="285"/>
            <ac:spMk id="12" creationId="{D96B7A77-A981-1B8E-FE62-94B1E93CAE20}"/>
          </ac:spMkLst>
        </pc:spChg>
        <pc:spChg chg="add mod">
          <ac:chgData name="Tahoc Wokam, Durrice Lea" userId="d78c891b-178f-45b9-ae2d-0c5dffc246c9" providerId="ADAL" clId="{44089F29-E3CB-4B33-9A98-B68D65CCBB61}" dt="2026-04-10T14:41:53.225" v="843" actId="20577"/>
          <ac:spMkLst>
            <pc:docMk/>
            <pc:sldMk cId="1416851505" sldId="285"/>
            <ac:spMk id="13" creationId="{54D1BF41-AD0F-479E-1033-80B4D40E765F}"/>
          </ac:spMkLst>
        </pc:spChg>
        <pc:spChg chg="add del mod">
          <ac:chgData name="Tahoc Wokam, Durrice Lea" userId="d78c891b-178f-45b9-ae2d-0c5dffc246c9" providerId="ADAL" clId="{44089F29-E3CB-4B33-9A98-B68D65CCBB61}" dt="2026-04-10T14:39:06.154" v="769" actId="478"/>
          <ac:spMkLst>
            <pc:docMk/>
            <pc:sldMk cId="1416851505" sldId="285"/>
            <ac:spMk id="14" creationId="{A8DDD372-D8ED-7E88-63F5-C017F36F3230}"/>
          </ac:spMkLst>
        </pc:spChg>
        <pc:spChg chg="mod">
          <ac:chgData name="Tahoc Wokam, Durrice Lea" userId="d78c891b-178f-45b9-ae2d-0c5dffc246c9" providerId="ADAL" clId="{44089F29-E3CB-4B33-9A98-B68D65CCBB61}" dt="2026-04-10T14:41:27.333" v="802" actId="20577"/>
          <ac:spMkLst>
            <pc:docMk/>
            <pc:sldMk cId="1416851505" sldId="285"/>
            <ac:spMk id="19" creationId="{8BCE72B2-8DAD-2646-03F5-564CACC25ECB}"/>
          </ac:spMkLst>
        </pc:spChg>
        <pc:spChg chg="mod">
          <ac:chgData name="Tahoc Wokam, Durrice Lea" userId="d78c891b-178f-45b9-ae2d-0c5dffc246c9" providerId="ADAL" clId="{44089F29-E3CB-4B33-9A98-B68D65CCBB61}" dt="2026-04-10T14:41:57.312" v="844" actId="313"/>
          <ac:spMkLst>
            <pc:docMk/>
            <pc:sldMk cId="1416851505" sldId="285"/>
            <ac:spMk id="20" creationId="{02601539-E519-04DB-53A0-1944589637AC}"/>
          </ac:spMkLst>
        </pc:spChg>
        <pc:spChg chg="mod">
          <ac:chgData name="Tahoc Wokam, Durrice Lea" userId="d78c891b-178f-45b9-ae2d-0c5dffc246c9" providerId="ADAL" clId="{44089F29-E3CB-4B33-9A98-B68D65CCBB61}" dt="2026-04-10T14:41:01.584" v="783"/>
          <ac:spMkLst>
            <pc:docMk/>
            <pc:sldMk cId="1416851505" sldId="285"/>
            <ac:spMk id="22" creationId="{CD6BAB01-4E88-A68F-B67C-40F0F085FA35}"/>
          </ac:spMkLst>
        </pc:spChg>
        <pc:spChg chg="mod">
          <ac:chgData name="Tahoc Wokam, Durrice Lea" userId="d78c891b-178f-45b9-ae2d-0c5dffc246c9" providerId="ADAL" clId="{44089F29-E3CB-4B33-9A98-B68D65CCBB61}" dt="2026-04-10T14:41:01.584" v="783"/>
          <ac:spMkLst>
            <pc:docMk/>
            <pc:sldMk cId="1416851505" sldId="285"/>
            <ac:spMk id="23" creationId="{C7AD7FF1-9A5F-3AA7-4C74-7D392F4CE333}"/>
          </ac:spMkLst>
        </pc:spChg>
        <pc:spChg chg="add mod">
          <ac:chgData name="Tahoc Wokam, Durrice Lea" userId="d78c891b-178f-45b9-ae2d-0c5dffc246c9" providerId="ADAL" clId="{44089F29-E3CB-4B33-9A98-B68D65CCBB61}" dt="2026-04-10T14:42:43.025" v="852" actId="1076"/>
          <ac:spMkLst>
            <pc:docMk/>
            <pc:sldMk cId="1416851505" sldId="285"/>
            <ac:spMk id="24" creationId="{5E3FCE2A-4F3C-3BA9-EED1-5C351EDE76A2}"/>
          </ac:spMkLst>
        </pc:spChg>
        <pc:spChg chg="mod topLvl">
          <ac:chgData name="Tahoc Wokam, Durrice Lea" userId="d78c891b-178f-45b9-ae2d-0c5dffc246c9" providerId="ADAL" clId="{44089F29-E3CB-4B33-9A98-B68D65CCBB61}" dt="2026-04-10T14:43:51.409" v="886" actId="478"/>
          <ac:spMkLst>
            <pc:docMk/>
            <pc:sldMk cId="1416851505" sldId="285"/>
            <ac:spMk id="26" creationId="{6D2D294B-C8AB-2932-ACFD-195B1E190457}"/>
          </ac:spMkLst>
        </pc:spChg>
        <pc:spChg chg="add del mod topLvl">
          <ac:chgData name="Tahoc Wokam, Durrice Lea" userId="d78c891b-178f-45b9-ae2d-0c5dffc246c9" providerId="ADAL" clId="{44089F29-E3CB-4B33-9A98-B68D65CCBB61}" dt="2026-04-10T14:44:43.766" v="925" actId="255"/>
          <ac:spMkLst>
            <pc:docMk/>
            <pc:sldMk cId="1416851505" sldId="285"/>
            <ac:spMk id="27" creationId="{90C3527A-8AD8-0077-4B2A-CDAAC7B739B0}"/>
          </ac:spMkLst>
        </pc:spChg>
        <pc:spChg chg="add mod">
          <ac:chgData name="Tahoc Wokam, Durrice Lea" userId="d78c891b-178f-45b9-ae2d-0c5dffc246c9" providerId="ADAL" clId="{44089F29-E3CB-4B33-9A98-B68D65CCBB61}" dt="2026-04-10T14:43:31.283" v="882" actId="1076"/>
          <ac:spMkLst>
            <pc:docMk/>
            <pc:sldMk cId="1416851505" sldId="285"/>
            <ac:spMk id="28" creationId="{467FAA92-4BA8-1F95-C1BE-D52DD71E4729}"/>
          </ac:spMkLst>
        </pc:spChg>
        <pc:spChg chg="mod">
          <ac:chgData name="Tahoc Wokam, Durrice Lea" userId="d78c891b-178f-45b9-ae2d-0c5dffc246c9" providerId="ADAL" clId="{44089F29-E3CB-4B33-9A98-B68D65CCBB61}" dt="2026-04-10T14:43:43.093" v="883"/>
          <ac:spMkLst>
            <pc:docMk/>
            <pc:sldMk cId="1416851505" sldId="285"/>
            <ac:spMk id="30" creationId="{63DCFC67-7B1F-3C10-C7E3-40BA884F150A}"/>
          </ac:spMkLst>
        </pc:spChg>
        <pc:spChg chg="mod">
          <ac:chgData name="Tahoc Wokam, Durrice Lea" userId="d78c891b-178f-45b9-ae2d-0c5dffc246c9" providerId="ADAL" clId="{44089F29-E3CB-4B33-9A98-B68D65CCBB61}" dt="2026-04-10T14:43:43.093" v="883"/>
          <ac:spMkLst>
            <pc:docMk/>
            <pc:sldMk cId="1416851505" sldId="285"/>
            <ac:spMk id="31" creationId="{4F2E73C0-84B9-EF62-ED76-9627EBA450F9}"/>
          </ac:spMkLst>
        </pc:spChg>
        <pc:spChg chg="add mod">
          <ac:chgData name="Tahoc Wokam, Durrice Lea" userId="d78c891b-178f-45b9-ae2d-0c5dffc246c9" providerId="ADAL" clId="{44089F29-E3CB-4B33-9A98-B68D65CCBB61}" dt="2026-04-10T14:45:36.963" v="929" actId="1076"/>
          <ac:spMkLst>
            <pc:docMk/>
            <pc:sldMk cId="1416851505" sldId="285"/>
            <ac:spMk id="32" creationId="{1ADBEB56-54A1-8E82-D724-9866E1CE2832}"/>
          </ac:spMkLst>
        </pc:spChg>
        <pc:spChg chg="add mod">
          <ac:chgData name="Tahoc Wokam, Durrice Lea" userId="d78c891b-178f-45b9-ae2d-0c5dffc246c9" providerId="ADAL" clId="{44089F29-E3CB-4B33-9A98-B68D65CCBB61}" dt="2026-04-10T14:48:41.134" v="955" actId="207"/>
          <ac:spMkLst>
            <pc:docMk/>
            <pc:sldMk cId="1416851505" sldId="285"/>
            <ac:spMk id="43" creationId="{2A576900-AB71-79AA-B85A-F3DE63BDCB8E}"/>
          </ac:spMkLst>
        </pc:spChg>
        <pc:spChg chg="add mod">
          <ac:chgData name="Tahoc Wokam, Durrice Lea" userId="d78c891b-178f-45b9-ae2d-0c5dffc246c9" providerId="ADAL" clId="{44089F29-E3CB-4B33-9A98-B68D65CCBB61}" dt="2026-04-10T14:48:47.888" v="957" actId="1076"/>
          <ac:spMkLst>
            <pc:docMk/>
            <pc:sldMk cId="1416851505" sldId="285"/>
            <ac:spMk id="44" creationId="{9FDA9A9F-EF6E-00F9-6A1E-FB3095414851}"/>
          </ac:spMkLst>
        </pc:spChg>
        <pc:spChg chg="add mod">
          <ac:chgData name="Tahoc Wokam, Durrice Lea" userId="d78c891b-178f-45b9-ae2d-0c5dffc246c9" providerId="ADAL" clId="{44089F29-E3CB-4B33-9A98-B68D65CCBB61}" dt="2026-04-10T14:50:16.517" v="966" actId="20577"/>
          <ac:spMkLst>
            <pc:docMk/>
            <pc:sldMk cId="1416851505" sldId="285"/>
            <ac:spMk id="47" creationId="{7F11C78A-2F96-72AA-5FDA-B7E2984F9D93}"/>
          </ac:spMkLst>
        </pc:spChg>
        <pc:grpChg chg="add mod">
          <ac:chgData name="Tahoc Wokam, Durrice Lea" userId="d78c891b-178f-45b9-ae2d-0c5dffc246c9" providerId="ADAL" clId="{44089F29-E3CB-4B33-9A98-B68D65CCBB61}" dt="2026-04-10T14:40:34.116" v="776" actId="164"/>
          <ac:grpSpMkLst>
            <pc:docMk/>
            <pc:sldMk cId="1416851505" sldId="285"/>
            <ac:grpSpMk id="16" creationId="{D2D2AF94-2A13-32FD-F262-E90F86AFCD71}"/>
          </ac:grpSpMkLst>
        </pc:grpChg>
        <pc:grpChg chg="add mod">
          <ac:chgData name="Tahoc Wokam, Durrice Lea" userId="d78c891b-178f-45b9-ae2d-0c5dffc246c9" providerId="ADAL" clId="{44089F29-E3CB-4B33-9A98-B68D65CCBB61}" dt="2026-04-10T14:49:39.833" v="960" actId="1076"/>
          <ac:grpSpMkLst>
            <pc:docMk/>
            <pc:sldMk cId="1416851505" sldId="285"/>
            <ac:grpSpMk id="18" creationId="{79B32B13-3F97-3D31-2649-3AD5BC857075}"/>
          </ac:grpSpMkLst>
        </pc:grpChg>
        <pc:grpChg chg="add mod">
          <ac:chgData name="Tahoc Wokam, Durrice Lea" userId="d78c891b-178f-45b9-ae2d-0c5dffc246c9" providerId="ADAL" clId="{44089F29-E3CB-4B33-9A98-B68D65CCBB61}" dt="2026-04-10T14:41:01.584" v="783"/>
          <ac:grpSpMkLst>
            <pc:docMk/>
            <pc:sldMk cId="1416851505" sldId="285"/>
            <ac:grpSpMk id="21" creationId="{D78EA0B2-1005-F1BC-DB2A-E32381FCC0C2}"/>
          </ac:grpSpMkLst>
        </pc:grpChg>
        <pc:grpChg chg="add del mod">
          <ac:chgData name="Tahoc Wokam, Durrice Lea" userId="d78c891b-178f-45b9-ae2d-0c5dffc246c9" providerId="ADAL" clId="{44089F29-E3CB-4B33-9A98-B68D65CCBB61}" dt="2026-04-10T14:47:29.505" v="941" actId="1076"/>
          <ac:grpSpMkLst>
            <pc:docMk/>
            <pc:sldMk cId="1416851505" sldId="285"/>
            <ac:grpSpMk id="25" creationId="{E3091098-35ED-AF9B-0C69-4F17A5A3B01C}"/>
          </ac:grpSpMkLst>
        </pc:grpChg>
        <pc:grpChg chg="add mod">
          <ac:chgData name="Tahoc Wokam, Durrice Lea" userId="d78c891b-178f-45b9-ae2d-0c5dffc246c9" providerId="ADAL" clId="{44089F29-E3CB-4B33-9A98-B68D65CCBB61}" dt="2026-04-10T14:49:36.426" v="959" actId="1076"/>
          <ac:grpSpMkLst>
            <pc:docMk/>
            <pc:sldMk cId="1416851505" sldId="285"/>
            <ac:grpSpMk id="29" creationId="{8F6295B8-A98E-C26E-433B-4418DEDBD0EA}"/>
          </ac:grpSpMkLst>
        </pc:grpChg>
        <pc:picChg chg="add del mod">
          <ac:chgData name="Tahoc Wokam, Durrice Lea" userId="d78c891b-178f-45b9-ae2d-0c5dffc246c9" providerId="ADAL" clId="{44089F29-E3CB-4B33-9A98-B68D65CCBB61}" dt="2026-04-10T14:34:35.983" v="710" actId="478"/>
          <ac:picMkLst>
            <pc:docMk/>
            <pc:sldMk cId="1416851505" sldId="285"/>
            <ac:picMk id="3" creationId="{944CDB71-48F4-936E-C4D3-B63BB75896AB}"/>
          </ac:picMkLst>
        </pc:picChg>
        <pc:picChg chg="add mod">
          <ac:chgData name="Tahoc Wokam, Durrice Lea" userId="d78c891b-178f-45b9-ae2d-0c5dffc246c9" providerId="ADAL" clId="{44089F29-E3CB-4B33-9A98-B68D65CCBB61}" dt="2026-04-10T14:35:43.946" v="719" actId="14100"/>
          <ac:picMkLst>
            <pc:docMk/>
            <pc:sldMk cId="1416851505" sldId="285"/>
            <ac:picMk id="6" creationId="{D813718A-FA0F-7067-20B5-DD4033794FEC}"/>
          </ac:picMkLst>
        </pc:picChg>
        <pc:picChg chg="add mod">
          <ac:chgData name="Tahoc Wokam, Durrice Lea" userId="d78c891b-178f-45b9-ae2d-0c5dffc246c9" providerId="ADAL" clId="{44089F29-E3CB-4B33-9A98-B68D65CCBB61}" dt="2026-04-10T14:48:05.967" v="947" actId="1076"/>
          <ac:picMkLst>
            <pc:docMk/>
            <pc:sldMk cId="1416851505" sldId="285"/>
            <ac:picMk id="7" creationId="{AFEDBE08-CA26-CD8D-FFA9-977B7536E8B5}"/>
          </ac:picMkLst>
        </pc:picChg>
        <pc:picChg chg="add del mod">
          <ac:chgData name="Tahoc Wokam, Durrice Lea" userId="d78c891b-178f-45b9-ae2d-0c5dffc246c9" providerId="ADAL" clId="{44089F29-E3CB-4B33-9A98-B68D65CCBB61}" dt="2026-04-10T14:40:52.428" v="780" actId="21"/>
          <ac:picMkLst>
            <pc:docMk/>
            <pc:sldMk cId="1416851505" sldId="285"/>
            <ac:picMk id="17" creationId="{7F6154D7-3854-20FC-C630-87C5B7FF2314}"/>
          </ac:picMkLst>
        </pc:picChg>
        <pc:cxnChg chg="add mod">
          <ac:chgData name="Tahoc Wokam, Durrice Lea" userId="d78c891b-178f-45b9-ae2d-0c5dffc246c9" providerId="ADAL" clId="{44089F29-E3CB-4B33-9A98-B68D65CCBB61}" dt="2026-04-10T14:48:12.714" v="950" actId="14100"/>
          <ac:cxnSpMkLst>
            <pc:docMk/>
            <pc:sldMk cId="1416851505" sldId="285"/>
            <ac:cxnSpMk id="10" creationId="{A17D101C-395C-E094-2036-B4E91A3F0F36}"/>
          </ac:cxnSpMkLst>
        </pc:cxnChg>
        <pc:cxnChg chg="add mod">
          <ac:chgData name="Tahoc Wokam, Durrice Lea" userId="d78c891b-178f-45b9-ae2d-0c5dffc246c9" providerId="ADAL" clId="{44089F29-E3CB-4B33-9A98-B68D65CCBB61}" dt="2026-04-10T14:49:43.097" v="961" actId="14100"/>
          <ac:cxnSpMkLst>
            <pc:docMk/>
            <pc:sldMk cId="1416851505" sldId="285"/>
            <ac:cxnSpMk id="34" creationId="{1A26FCFD-4FAB-3E44-A78B-5E54413A2EA3}"/>
          </ac:cxnSpMkLst>
        </pc:cxnChg>
        <pc:cxnChg chg="add mod">
          <ac:chgData name="Tahoc Wokam, Durrice Lea" userId="d78c891b-178f-45b9-ae2d-0c5dffc246c9" providerId="ADAL" clId="{44089F29-E3CB-4B33-9A98-B68D65CCBB61}" dt="2026-04-10T14:47:33.163" v="942" actId="14100"/>
          <ac:cxnSpMkLst>
            <pc:docMk/>
            <pc:sldMk cId="1416851505" sldId="285"/>
            <ac:cxnSpMk id="36" creationId="{2406DE36-ED8C-9CF3-41CC-D2EE5239805C}"/>
          </ac:cxnSpMkLst>
        </pc:cxnChg>
        <pc:cxnChg chg="add mod">
          <ac:chgData name="Tahoc Wokam, Durrice Lea" userId="d78c891b-178f-45b9-ae2d-0c5dffc246c9" providerId="ADAL" clId="{44089F29-E3CB-4B33-9A98-B68D65CCBB61}" dt="2026-04-10T14:49:01.017" v="958" actId="14100"/>
          <ac:cxnSpMkLst>
            <pc:docMk/>
            <pc:sldMk cId="1416851505" sldId="285"/>
            <ac:cxnSpMk id="40" creationId="{9E2B2CF0-3C1D-AE2D-2B97-896E374DD4A1}"/>
          </ac:cxnSpMkLst>
        </pc:cxnChg>
      </pc:sldChg>
      <pc:sldChg chg="addSp delSp modSp mod ord modTransition">
        <pc:chgData name="Tahoc Wokam, Durrice Lea" userId="d78c891b-178f-45b9-ae2d-0c5dffc246c9" providerId="ADAL" clId="{44089F29-E3CB-4B33-9A98-B68D65CCBB61}" dt="2026-04-10T16:11:34.394" v="1553"/>
        <pc:sldMkLst>
          <pc:docMk/>
          <pc:sldMk cId="1918665731" sldId="287"/>
        </pc:sldMkLst>
        <pc:spChg chg="del mod">
          <ac:chgData name="Tahoc Wokam, Durrice Lea" userId="d78c891b-178f-45b9-ae2d-0c5dffc246c9" providerId="ADAL" clId="{44089F29-E3CB-4B33-9A98-B68D65CCBB61}" dt="2026-04-10T14:12:24.316" v="578" actId="478"/>
          <ac:spMkLst>
            <pc:docMk/>
            <pc:sldMk cId="1918665731" sldId="287"/>
            <ac:spMk id="3" creationId="{AED04F2A-21B8-BC79-EB76-B18BCCDF8D72}"/>
          </ac:spMkLst>
        </pc:spChg>
        <pc:spChg chg="del">
          <ac:chgData name="Tahoc Wokam, Durrice Lea" userId="d78c891b-178f-45b9-ae2d-0c5dffc246c9" providerId="ADAL" clId="{44089F29-E3CB-4B33-9A98-B68D65CCBB61}" dt="2026-04-10T14:12:15.032" v="570" actId="478"/>
          <ac:spMkLst>
            <pc:docMk/>
            <pc:sldMk cId="1918665731" sldId="287"/>
            <ac:spMk id="6" creationId="{98C37866-A9C8-324C-D420-CCEAA8192462}"/>
          </ac:spMkLst>
        </pc:spChg>
        <pc:spChg chg="mod">
          <ac:chgData name="Tahoc Wokam, Durrice Lea" userId="d78c891b-178f-45b9-ae2d-0c5dffc246c9" providerId="ADAL" clId="{44089F29-E3CB-4B33-9A98-B68D65CCBB61}" dt="2026-04-10T14:19:21.929" v="624" actId="1076"/>
          <ac:spMkLst>
            <pc:docMk/>
            <pc:sldMk cId="1918665731" sldId="287"/>
            <ac:spMk id="9" creationId="{01893CCC-E599-DB43-E954-83BFEB6CCEE7}"/>
          </ac:spMkLst>
        </pc:spChg>
        <pc:spChg chg="del">
          <ac:chgData name="Tahoc Wokam, Durrice Lea" userId="d78c891b-178f-45b9-ae2d-0c5dffc246c9" providerId="ADAL" clId="{44089F29-E3CB-4B33-9A98-B68D65CCBB61}" dt="2026-04-10T14:12:15.032" v="570" actId="478"/>
          <ac:spMkLst>
            <pc:docMk/>
            <pc:sldMk cId="1918665731" sldId="287"/>
            <ac:spMk id="16" creationId="{C8C369D4-FAD4-639C-8B27-2C4B3BA60EA5}"/>
          </ac:spMkLst>
        </pc:spChg>
        <pc:spChg chg="del">
          <ac:chgData name="Tahoc Wokam, Durrice Lea" userId="d78c891b-178f-45b9-ae2d-0c5dffc246c9" providerId="ADAL" clId="{44089F29-E3CB-4B33-9A98-B68D65CCBB61}" dt="2026-04-10T14:12:17.283" v="571" actId="478"/>
          <ac:spMkLst>
            <pc:docMk/>
            <pc:sldMk cId="1918665731" sldId="287"/>
            <ac:spMk id="17" creationId="{FDCEFB8E-2EA8-E210-240F-7290E639004E}"/>
          </ac:spMkLst>
        </pc:spChg>
        <pc:spChg chg="del mod">
          <ac:chgData name="Tahoc Wokam, Durrice Lea" userId="d78c891b-178f-45b9-ae2d-0c5dffc246c9" providerId="ADAL" clId="{44089F29-E3CB-4B33-9A98-B68D65CCBB61}" dt="2026-04-10T14:12:20.647" v="573" actId="478"/>
          <ac:spMkLst>
            <pc:docMk/>
            <pc:sldMk cId="1918665731" sldId="287"/>
            <ac:spMk id="18" creationId="{AE8659C1-9CD2-184E-2A98-0ECB14CFCC1F}"/>
          </ac:spMkLst>
        </pc:spChg>
        <pc:spChg chg="del">
          <ac:chgData name="Tahoc Wokam, Durrice Lea" userId="d78c891b-178f-45b9-ae2d-0c5dffc246c9" providerId="ADAL" clId="{44089F29-E3CB-4B33-9A98-B68D65CCBB61}" dt="2026-04-10T14:12:12.284" v="569" actId="478"/>
          <ac:spMkLst>
            <pc:docMk/>
            <pc:sldMk cId="1918665731" sldId="287"/>
            <ac:spMk id="19" creationId="{18E85709-C8D3-AD37-A225-19EB3A5C7EC9}"/>
          </ac:spMkLst>
        </pc:spChg>
        <pc:spChg chg="del mod">
          <ac:chgData name="Tahoc Wokam, Durrice Lea" userId="d78c891b-178f-45b9-ae2d-0c5dffc246c9" providerId="ADAL" clId="{44089F29-E3CB-4B33-9A98-B68D65CCBB61}" dt="2026-04-10T14:12:10.543" v="568" actId="478"/>
          <ac:spMkLst>
            <pc:docMk/>
            <pc:sldMk cId="1918665731" sldId="287"/>
            <ac:spMk id="20" creationId="{6B4982EC-D66D-3E4C-29E2-23C323D3B60A}"/>
          </ac:spMkLst>
        </pc:spChg>
        <pc:spChg chg="add del mod">
          <ac:chgData name="Tahoc Wokam, Durrice Lea" userId="d78c891b-178f-45b9-ae2d-0c5dffc246c9" providerId="ADAL" clId="{44089F29-E3CB-4B33-9A98-B68D65CCBB61}" dt="2026-04-10T14:18:10.225" v="613"/>
          <ac:spMkLst>
            <pc:docMk/>
            <pc:sldMk cId="1918665731" sldId="287"/>
            <ac:spMk id="22" creationId="{A51EE32A-DE32-7BCE-3528-7117187AA541}"/>
          </ac:spMkLst>
        </pc:spChg>
        <pc:spChg chg="add mod">
          <ac:chgData name="Tahoc Wokam, Durrice Lea" userId="d78c891b-178f-45b9-ae2d-0c5dffc246c9" providerId="ADAL" clId="{44089F29-E3CB-4B33-9A98-B68D65CCBB61}" dt="2026-04-10T14:19:02.038" v="618" actId="1076"/>
          <ac:spMkLst>
            <pc:docMk/>
            <pc:sldMk cId="1918665731" sldId="287"/>
            <ac:spMk id="23" creationId="{05641F0D-6C07-42A3-FCB7-95345C3A3C1F}"/>
          </ac:spMkLst>
        </pc:spChg>
        <pc:spChg chg="add mod">
          <ac:chgData name="Tahoc Wokam, Durrice Lea" userId="d78c891b-178f-45b9-ae2d-0c5dffc246c9" providerId="ADAL" clId="{44089F29-E3CB-4B33-9A98-B68D65CCBB61}" dt="2026-04-10T14:19:28.405" v="626" actId="1076"/>
          <ac:spMkLst>
            <pc:docMk/>
            <pc:sldMk cId="1918665731" sldId="287"/>
            <ac:spMk id="24" creationId="{C479C77C-7ED7-548B-34F7-054A6B283B04}"/>
          </ac:spMkLst>
        </pc:spChg>
        <pc:spChg chg="add mod">
          <ac:chgData name="Tahoc Wokam, Durrice Lea" userId="d78c891b-178f-45b9-ae2d-0c5dffc246c9" providerId="ADAL" clId="{44089F29-E3CB-4B33-9A98-B68D65CCBB61}" dt="2026-04-10T14:19:53.321" v="631" actId="1076"/>
          <ac:spMkLst>
            <pc:docMk/>
            <pc:sldMk cId="1918665731" sldId="287"/>
            <ac:spMk id="25" creationId="{315B252A-CC99-BD38-2850-F3D6EFB1EBBA}"/>
          </ac:spMkLst>
        </pc:spChg>
        <pc:spChg chg="add mod">
          <ac:chgData name="Tahoc Wokam, Durrice Lea" userId="d78c891b-178f-45b9-ae2d-0c5dffc246c9" providerId="ADAL" clId="{44089F29-E3CB-4B33-9A98-B68D65CCBB61}" dt="2026-04-10T14:23:00.051" v="640" actId="1076"/>
          <ac:spMkLst>
            <pc:docMk/>
            <pc:sldMk cId="1918665731" sldId="287"/>
            <ac:spMk id="27" creationId="{4B2880E6-921B-AF37-04BF-02AC6932AC04}"/>
          </ac:spMkLst>
        </pc:spChg>
        <pc:picChg chg="del mod">
          <ac:chgData name="Tahoc Wokam, Durrice Lea" userId="d78c891b-178f-45b9-ae2d-0c5dffc246c9" providerId="ADAL" clId="{44089F29-E3CB-4B33-9A98-B68D65CCBB61}" dt="2026-04-10T15:04:22.643" v="1062" actId="21"/>
          <ac:picMkLst>
            <pc:docMk/>
            <pc:sldMk cId="1918665731" sldId="287"/>
            <ac:picMk id="5" creationId="{D3ACD7C7-3F48-8E67-B976-10D9DC15A840}"/>
          </ac:picMkLst>
        </pc:picChg>
        <pc:picChg chg="del">
          <ac:chgData name="Tahoc Wokam, Durrice Lea" userId="d78c891b-178f-45b9-ae2d-0c5dffc246c9" providerId="ADAL" clId="{44089F29-E3CB-4B33-9A98-B68D65CCBB61}" dt="2026-04-10T14:12:25.161" v="579" actId="478"/>
          <ac:picMkLst>
            <pc:docMk/>
            <pc:sldMk cId="1918665731" sldId="287"/>
            <ac:picMk id="7" creationId="{81169166-F834-8731-5D2D-174FFD7D4FFA}"/>
          </ac:picMkLst>
        </pc:picChg>
        <pc:picChg chg="del mod">
          <ac:chgData name="Tahoc Wokam, Durrice Lea" userId="d78c891b-178f-45b9-ae2d-0c5dffc246c9" providerId="ADAL" clId="{44089F29-E3CB-4B33-9A98-B68D65CCBB61}" dt="2026-04-10T14:12:22.239" v="576" actId="478"/>
          <ac:picMkLst>
            <pc:docMk/>
            <pc:sldMk cId="1918665731" sldId="287"/>
            <ac:picMk id="10" creationId="{2A38D972-ABD3-F694-4937-1C236BC84ABD}"/>
          </ac:picMkLst>
        </pc:picChg>
        <pc:picChg chg="del">
          <ac:chgData name="Tahoc Wokam, Durrice Lea" userId="d78c891b-178f-45b9-ae2d-0c5dffc246c9" providerId="ADAL" clId="{44089F29-E3CB-4B33-9A98-B68D65CCBB61}" dt="2026-04-10T14:12:17.283" v="571" actId="478"/>
          <ac:picMkLst>
            <pc:docMk/>
            <pc:sldMk cId="1918665731" sldId="287"/>
            <ac:picMk id="11" creationId="{9A6A87B1-577E-226D-904A-8D139845DC0F}"/>
          </ac:picMkLst>
        </pc:picChg>
        <pc:picChg chg="del">
          <ac:chgData name="Tahoc Wokam, Durrice Lea" userId="d78c891b-178f-45b9-ae2d-0c5dffc246c9" providerId="ADAL" clId="{44089F29-E3CB-4B33-9A98-B68D65CCBB61}" dt="2026-04-10T14:12:17.283" v="571" actId="478"/>
          <ac:picMkLst>
            <pc:docMk/>
            <pc:sldMk cId="1918665731" sldId="287"/>
            <ac:picMk id="12" creationId="{C1CBF602-91CF-DAC2-3E09-D3F32F001B9E}"/>
          </ac:picMkLst>
        </pc:picChg>
        <pc:picChg chg="del">
          <ac:chgData name="Tahoc Wokam, Durrice Lea" userId="d78c891b-178f-45b9-ae2d-0c5dffc246c9" providerId="ADAL" clId="{44089F29-E3CB-4B33-9A98-B68D65CCBB61}" dt="2026-04-10T14:12:21.439" v="574" actId="478"/>
          <ac:picMkLst>
            <pc:docMk/>
            <pc:sldMk cId="1918665731" sldId="287"/>
            <ac:picMk id="13" creationId="{0E62DC63-5EFF-8C8B-1204-2F9D710ABC9F}"/>
          </ac:picMkLst>
        </pc:picChg>
        <pc:picChg chg="del">
          <ac:chgData name="Tahoc Wokam, Durrice Lea" userId="d78c891b-178f-45b9-ae2d-0c5dffc246c9" providerId="ADAL" clId="{44089F29-E3CB-4B33-9A98-B68D65CCBB61}" dt="2026-04-10T14:12:08.182" v="566" actId="478"/>
          <ac:picMkLst>
            <pc:docMk/>
            <pc:sldMk cId="1918665731" sldId="287"/>
            <ac:picMk id="14" creationId="{4187ED83-6B0F-5519-27EC-EFF6F5163DC5}"/>
          </ac:picMkLst>
        </pc:picChg>
        <pc:picChg chg="del mod">
          <ac:chgData name="Tahoc Wokam, Durrice Lea" userId="d78c891b-178f-45b9-ae2d-0c5dffc246c9" providerId="ADAL" clId="{44089F29-E3CB-4B33-9A98-B68D65CCBB61}" dt="2026-04-10T14:12:07.274" v="565" actId="478"/>
          <ac:picMkLst>
            <pc:docMk/>
            <pc:sldMk cId="1918665731" sldId="287"/>
            <ac:picMk id="15" creationId="{F9650792-448E-AB0C-B278-ED98A9EFBFB5}"/>
          </ac:picMkLst>
        </pc:picChg>
        <pc:picChg chg="add del mod">
          <ac:chgData name="Tahoc Wokam, Durrice Lea" userId="d78c891b-178f-45b9-ae2d-0c5dffc246c9" providerId="ADAL" clId="{44089F29-E3CB-4B33-9A98-B68D65CCBB61}" dt="2026-04-10T14:13:14.555" v="582" actId="21"/>
          <ac:picMkLst>
            <pc:docMk/>
            <pc:sldMk cId="1918665731" sldId="287"/>
            <ac:picMk id="21" creationId="{ED767A0C-F0C2-A311-3D3E-7305356C8CA3}"/>
          </ac:picMkLst>
        </pc:picChg>
        <pc:picChg chg="add mod">
          <ac:chgData name="Tahoc Wokam, Durrice Lea" userId="d78c891b-178f-45b9-ae2d-0c5dffc246c9" providerId="ADAL" clId="{44089F29-E3CB-4B33-9A98-B68D65CCBB61}" dt="2026-04-10T14:22:27.753" v="636" actId="1076"/>
          <ac:picMkLst>
            <pc:docMk/>
            <pc:sldMk cId="1918665731" sldId="287"/>
            <ac:picMk id="26" creationId="{D869FEE3-01F7-1479-4AC0-D78FD967F37E}"/>
          </ac:picMkLst>
        </pc:picChg>
        <pc:picChg chg="add mod">
          <ac:chgData name="Tahoc Wokam, Durrice Lea" userId="d78c891b-178f-45b9-ae2d-0c5dffc246c9" providerId="ADAL" clId="{44089F29-E3CB-4B33-9A98-B68D65CCBB61}" dt="2026-04-10T15:07:52.436" v="1065" actId="1076"/>
          <ac:picMkLst>
            <pc:docMk/>
            <pc:sldMk cId="1918665731" sldId="287"/>
            <ac:picMk id="28" creationId="{B91B8C1A-7B6E-C004-D268-B56FDE782519}"/>
          </ac:picMkLst>
        </pc:picChg>
        <pc:cxnChg chg="mod">
          <ac:chgData name="Tahoc Wokam, Durrice Lea" userId="d78c891b-178f-45b9-ae2d-0c5dffc246c9" providerId="ADAL" clId="{44089F29-E3CB-4B33-9A98-B68D65CCBB61}" dt="2026-04-10T14:24:59.159" v="657" actId="1076"/>
          <ac:cxnSpMkLst>
            <pc:docMk/>
            <pc:sldMk cId="1918665731" sldId="287"/>
            <ac:cxnSpMk id="8" creationId="{8D1BEE74-9F1F-4866-555E-8D614F581940}"/>
          </ac:cxnSpMkLst>
        </pc:cxnChg>
      </pc:sldChg>
      <pc:sldChg chg="addSp delSp modSp mod ord modTransition">
        <pc:chgData name="Tahoc Wokam, Durrice Lea" userId="d78c891b-178f-45b9-ae2d-0c5dffc246c9" providerId="ADAL" clId="{44089F29-E3CB-4B33-9A98-B68D65CCBB61}" dt="2026-04-10T16:11:37.315" v="1554"/>
        <pc:sldMkLst>
          <pc:docMk/>
          <pc:sldMk cId="1967264440" sldId="288"/>
        </pc:sldMkLst>
        <pc:spChg chg="add mod">
          <ac:chgData name="Tahoc Wokam, Durrice Lea" userId="d78c891b-178f-45b9-ae2d-0c5dffc246c9" providerId="ADAL" clId="{44089F29-E3CB-4B33-9A98-B68D65CCBB61}" dt="2026-04-10T14:27:35.979" v="678" actId="255"/>
          <ac:spMkLst>
            <pc:docMk/>
            <pc:sldMk cId="1967264440" sldId="288"/>
            <ac:spMk id="3" creationId="{FBE1D10D-052D-467C-5AC9-38A9DAD347ED}"/>
          </ac:spMkLst>
        </pc:spChg>
        <pc:spChg chg="add mod">
          <ac:chgData name="Tahoc Wokam, Durrice Lea" userId="d78c891b-178f-45b9-ae2d-0c5dffc246c9" providerId="ADAL" clId="{44089F29-E3CB-4B33-9A98-B68D65CCBB61}" dt="2026-04-10T14:28:06.948" v="682" actId="1076"/>
          <ac:spMkLst>
            <pc:docMk/>
            <pc:sldMk cId="1967264440" sldId="288"/>
            <ac:spMk id="5" creationId="{ADB3018E-C72E-D045-030E-4C9E01D23276}"/>
          </ac:spMkLst>
        </pc:spChg>
        <pc:spChg chg="mod">
          <ac:chgData name="Tahoc Wokam, Durrice Lea" userId="d78c891b-178f-45b9-ae2d-0c5dffc246c9" providerId="ADAL" clId="{44089F29-E3CB-4B33-9A98-B68D65CCBB61}" dt="2026-04-10T14:26:43.673" v="667" actId="1076"/>
          <ac:spMkLst>
            <pc:docMk/>
            <pc:sldMk cId="1967264440" sldId="288"/>
            <ac:spMk id="9" creationId="{9FE0FF38-D940-11E2-804C-28B4046FCDA0}"/>
          </ac:spMkLst>
        </pc:spChg>
        <pc:spChg chg="add mod">
          <ac:chgData name="Tahoc Wokam, Durrice Lea" userId="d78c891b-178f-45b9-ae2d-0c5dffc246c9" providerId="ADAL" clId="{44089F29-E3CB-4B33-9A98-B68D65CCBB61}" dt="2026-04-10T14:30:32.565" v="691"/>
          <ac:spMkLst>
            <pc:docMk/>
            <pc:sldMk cId="1967264440" sldId="288"/>
            <ac:spMk id="10" creationId="{1A992261-9591-83DB-ED82-5ED2C948863B}"/>
          </ac:spMkLst>
        </pc:spChg>
        <pc:picChg chg="mod">
          <ac:chgData name="Tahoc Wokam, Durrice Lea" userId="d78c891b-178f-45b9-ae2d-0c5dffc246c9" providerId="ADAL" clId="{44089F29-E3CB-4B33-9A98-B68D65CCBB61}" dt="2026-04-10T14:26:31.214" v="664" actId="1076"/>
          <ac:picMkLst>
            <pc:docMk/>
            <pc:sldMk cId="1967264440" sldId="288"/>
            <ac:picMk id="2" creationId="{7302E30B-FB08-7344-D078-EDACDF988A26}"/>
          </ac:picMkLst>
        </pc:picChg>
        <pc:picChg chg="add mod">
          <ac:chgData name="Tahoc Wokam, Durrice Lea" userId="d78c891b-178f-45b9-ae2d-0c5dffc246c9" providerId="ADAL" clId="{44089F29-E3CB-4B33-9A98-B68D65CCBB61}" dt="2026-04-10T14:30:38.649" v="692" actId="1076"/>
          <ac:picMkLst>
            <pc:docMk/>
            <pc:sldMk cId="1967264440" sldId="288"/>
            <ac:picMk id="7" creationId="{4369A0A5-0772-473F-627F-DA48B13FC9CA}"/>
          </ac:picMkLst>
        </pc:picChg>
        <pc:picChg chg="del">
          <ac:chgData name="Tahoc Wokam, Durrice Lea" userId="d78c891b-178f-45b9-ae2d-0c5dffc246c9" providerId="ADAL" clId="{44089F29-E3CB-4B33-9A98-B68D65CCBB61}" dt="2026-04-10T14:26:55.269" v="672" actId="478"/>
          <ac:picMkLst>
            <pc:docMk/>
            <pc:sldMk cId="1967264440" sldId="288"/>
            <ac:picMk id="21" creationId="{D61C8D48-E62F-F7F1-48BC-D89058825AAC}"/>
          </ac:picMkLst>
        </pc:picChg>
        <pc:picChg chg="del mod">
          <ac:chgData name="Tahoc Wokam, Durrice Lea" userId="d78c891b-178f-45b9-ae2d-0c5dffc246c9" providerId="ADAL" clId="{44089F29-E3CB-4B33-9A98-B68D65CCBB61}" dt="2026-04-10T14:26:55.898" v="674" actId="478"/>
          <ac:picMkLst>
            <pc:docMk/>
            <pc:sldMk cId="1967264440" sldId="288"/>
            <ac:picMk id="23" creationId="{541145E3-016B-80C9-CC30-0F101FA13BD1}"/>
          </ac:picMkLst>
        </pc:picChg>
        <pc:picChg chg="del mod">
          <ac:chgData name="Tahoc Wokam, Durrice Lea" userId="d78c891b-178f-45b9-ae2d-0c5dffc246c9" providerId="ADAL" clId="{44089F29-E3CB-4B33-9A98-B68D65CCBB61}" dt="2026-04-10T14:26:54.295" v="671" actId="478"/>
          <ac:picMkLst>
            <pc:docMk/>
            <pc:sldMk cId="1967264440" sldId="288"/>
            <ac:picMk id="1026" creationId="{3B2B535B-1C2E-5736-B345-4018BF1C3E51}"/>
          </ac:picMkLst>
        </pc:picChg>
        <pc:cxnChg chg="mod">
          <ac:chgData name="Tahoc Wokam, Durrice Lea" userId="d78c891b-178f-45b9-ae2d-0c5dffc246c9" providerId="ADAL" clId="{44089F29-E3CB-4B33-9A98-B68D65CCBB61}" dt="2026-04-10T14:26:52.153" v="669" actId="208"/>
          <ac:cxnSpMkLst>
            <pc:docMk/>
            <pc:sldMk cId="1967264440" sldId="288"/>
            <ac:cxnSpMk id="8" creationId="{DCB3D13B-13C1-BD1F-8B88-9EFD0EEB948E}"/>
          </ac:cxnSpMkLst>
        </pc:cxnChg>
      </pc:sldChg>
      <pc:sldChg chg="modSp del mod ord">
        <pc:chgData name="Tahoc Wokam, Durrice Lea" userId="d78c891b-178f-45b9-ae2d-0c5dffc246c9" providerId="ADAL" clId="{44089F29-E3CB-4B33-9A98-B68D65CCBB61}" dt="2026-04-10T15:45:45.790" v="1418" actId="2696"/>
        <pc:sldMkLst>
          <pc:docMk/>
          <pc:sldMk cId="4124290277" sldId="290"/>
        </pc:sldMkLst>
        <pc:spChg chg="mod">
          <ac:chgData name="Tahoc Wokam, Durrice Lea" userId="d78c891b-178f-45b9-ae2d-0c5dffc246c9" providerId="ADAL" clId="{44089F29-E3CB-4B33-9A98-B68D65CCBB61}" dt="2026-04-10T15:44:34.712" v="1407" actId="1076"/>
          <ac:spMkLst>
            <pc:docMk/>
            <pc:sldMk cId="4124290277" sldId="290"/>
            <ac:spMk id="9" creationId="{9DADE57B-E661-4E5F-C7F7-437F926837B9}"/>
          </ac:spMkLst>
        </pc:spChg>
        <pc:picChg chg="mod">
          <ac:chgData name="Tahoc Wokam, Durrice Lea" userId="d78c891b-178f-45b9-ae2d-0c5dffc246c9" providerId="ADAL" clId="{44089F29-E3CB-4B33-9A98-B68D65CCBB61}" dt="2026-04-10T15:44:38.515" v="1408" actId="14100"/>
          <ac:picMkLst>
            <pc:docMk/>
            <pc:sldMk cId="4124290277" sldId="290"/>
            <ac:picMk id="6149" creationId="{CA74E8DB-1EE9-6673-34BC-36836C04B931}"/>
          </ac:picMkLst>
        </pc:picChg>
      </pc:sldChg>
      <pc:sldChg chg="addSp delSp modSp add mod ord modTransition">
        <pc:chgData name="Tahoc Wokam, Durrice Lea" userId="d78c891b-178f-45b9-ae2d-0c5dffc246c9" providerId="ADAL" clId="{44089F29-E3CB-4B33-9A98-B68D65CCBB61}" dt="2026-04-10T16:11:51.146" v="1560"/>
        <pc:sldMkLst>
          <pc:docMk/>
          <pc:sldMk cId="2002118556" sldId="291"/>
        </pc:sldMkLst>
        <pc:spChg chg="add del">
          <ac:chgData name="Tahoc Wokam, Durrice Lea" userId="d78c891b-178f-45b9-ae2d-0c5dffc246c9" providerId="ADAL" clId="{44089F29-E3CB-4B33-9A98-B68D65CCBB61}" dt="2026-04-10T15:00:10.289" v="1025" actId="478"/>
          <ac:spMkLst>
            <pc:docMk/>
            <pc:sldMk cId="2002118556" sldId="291"/>
            <ac:spMk id="3" creationId="{BC99CCF1-C162-61B9-E818-86E988DADC3D}"/>
          </ac:spMkLst>
        </pc:spChg>
        <pc:spChg chg="del">
          <ac:chgData name="Tahoc Wokam, Durrice Lea" userId="d78c891b-178f-45b9-ae2d-0c5dffc246c9" providerId="ADAL" clId="{44089F29-E3CB-4B33-9A98-B68D65CCBB61}" dt="2026-04-10T14:59:55.273" v="1017" actId="478"/>
          <ac:spMkLst>
            <pc:docMk/>
            <pc:sldMk cId="2002118556" sldId="291"/>
            <ac:spMk id="8" creationId="{AD6EBA16-36F7-EC79-700F-6E9D9BE9F6E6}"/>
          </ac:spMkLst>
        </pc:spChg>
        <pc:spChg chg="mod">
          <ac:chgData name="Tahoc Wokam, Durrice Lea" userId="d78c891b-178f-45b9-ae2d-0c5dffc246c9" providerId="ADAL" clId="{44089F29-E3CB-4B33-9A98-B68D65CCBB61}" dt="2026-04-10T15:01:12.724" v="1031"/>
          <ac:spMkLst>
            <pc:docMk/>
            <pc:sldMk cId="2002118556" sldId="291"/>
            <ac:spMk id="12" creationId="{52BE7FA9-9A05-68CB-4E04-3141F3A3654D}"/>
          </ac:spMkLst>
        </pc:spChg>
        <pc:spChg chg="mod">
          <ac:chgData name="Tahoc Wokam, Durrice Lea" userId="d78c891b-178f-45b9-ae2d-0c5dffc246c9" providerId="ADAL" clId="{44089F29-E3CB-4B33-9A98-B68D65CCBB61}" dt="2026-04-10T15:01:38.714" v="1034" actId="20577"/>
          <ac:spMkLst>
            <pc:docMk/>
            <pc:sldMk cId="2002118556" sldId="291"/>
            <ac:spMk id="14" creationId="{62394AE0-7EA7-8FE9-9E9F-192522A5C415}"/>
          </ac:spMkLst>
        </pc:spChg>
        <pc:spChg chg="add mod">
          <ac:chgData name="Tahoc Wokam, Durrice Lea" userId="d78c891b-178f-45b9-ae2d-0c5dffc246c9" providerId="ADAL" clId="{44089F29-E3CB-4B33-9A98-B68D65CCBB61}" dt="2026-04-10T15:35:44.921" v="1360" actId="1076"/>
          <ac:spMkLst>
            <pc:docMk/>
            <pc:sldMk cId="2002118556" sldId="291"/>
            <ac:spMk id="22" creationId="{02BB7E77-B36A-F270-B1DD-5B278B104D68}"/>
          </ac:spMkLst>
        </pc:spChg>
        <pc:spChg chg="add mod">
          <ac:chgData name="Tahoc Wokam, Durrice Lea" userId="d78c891b-178f-45b9-ae2d-0c5dffc246c9" providerId="ADAL" clId="{44089F29-E3CB-4B33-9A98-B68D65CCBB61}" dt="2026-04-10T15:33:10.102" v="1343" actId="20577"/>
          <ac:spMkLst>
            <pc:docMk/>
            <pc:sldMk cId="2002118556" sldId="291"/>
            <ac:spMk id="23" creationId="{506E978A-C7C9-6F93-0003-1B760947C050}"/>
          </ac:spMkLst>
        </pc:spChg>
        <pc:spChg chg="del">
          <ac:chgData name="Tahoc Wokam, Durrice Lea" userId="d78c891b-178f-45b9-ae2d-0c5dffc246c9" providerId="ADAL" clId="{44089F29-E3CB-4B33-9A98-B68D65CCBB61}" dt="2026-04-10T14:59:55.273" v="1017" actId="478"/>
          <ac:spMkLst>
            <pc:docMk/>
            <pc:sldMk cId="2002118556" sldId="291"/>
            <ac:spMk id="24" creationId="{78315F31-8B02-DCFB-436C-E029C0A13BE2}"/>
          </ac:spMkLst>
        </pc:spChg>
        <pc:spChg chg="del">
          <ac:chgData name="Tahoc Wokam, Durrice Lea" userId="d78c891b-178f-45b9-ae2d-0c5dffc246c9" providerId="ADAL" clId="{44089F29-E3CB-4B33-9A98-B68D65CCBB61}" dt="2026-04-10T14:59:55.273" v="1017" actId="478"/>
          <ac:spMkLst>
            <pc:docMk/>
            <pc:sldMk cId="2002118556" sldId="291"/>
            <ac:spMk id="28" creationId="{2C9690E3-231A-6F03-D7D0-CA1D6A8A1832}"/>
          </ac:spMkLst>
        </pc:spChg>
        <pc:spChg chg="del">
          <ac:chgData name="Tahoc Wokam, Durrice Lea" userId="d78c891b-178f-45b9-ae2d-0c5dffc246c9" providerId="ADAL" clId="{44089F29-E3CB-4B33-9A98-B68D65CCBB61}" dt="2026-04-10T14:59:55.273" v="1017" actId="478"/>
          <ac:spMkLst>
            <pc:docMk/>
            <pc:sldMk cId="2002118556" sldId="291"/>
            <ac:spMk id="32" creationId="{C0887486-5A95-6785-0D5E-910B7DF9043C}"/>
          </ac:spMkLst>
        </pc:spChg>
        <pc:spChg chg="add mod">
          <ac:chgData name="Tahoc Wokam, Durrice Lea" userId="d78c891b-178f-45b9-ae2d-0c5dffc246c9" providerId="ADAL" clId="{44089F29-E3CB-4B33-9A98-B68D65CCBB61}" dt="2026-04-10T15:34:01.485" v="1348" actId="207"/>
          <ac:spMkLst>
            <pc:docMk/>
            <pc:sldMk cId="2002118556" sldId="291"/>
            <ac:spMk id="33" creationId="{6ACEC1DB-4B3A-5C0E-8E0E-1EB1AB1912CF}"/>
          </ac:spMkLst>
        </pc:spChg>
        <pc:spChg chg="add del">
          <ac:chgData name="Tahoc Wokam, Durrice Lea" userId="d78c891b-178f-45b9-ae2d-0c5dffc246c9" providerId="ADAL" clId="{44089F29-E3CB-4B33-9A98-B68D65CCBB61}" dt="2026-04-10T15:34:17.743" v="1350" actId="22"/>
          <ac:spMkLst>
            <pc:docMk/>
            <pc:sldMk cId="2002118556" sldId="291"/>
            <ac:spMk id="37" creationId="{B1AED8FE-FF48-9C7B-4287-52A2DE396676}"/>
          </ac:spMkLst>
        </pc:spChg>
        <pc:spChg chg="mod">
          <ac:chgData name="Tahoc Wokam, Durrice Lea" userId="d78c891b-178f-45b9-ae2d-0c5dffc246c9" providerId="ADAL" clId="{44089F29-E3CB-4B33-9A98-B68D65CCBB61}" dt="2026-04-10T15:34:29.688" v="1351"/>
          <ac:spMkLst>
            <pc:docMk/>
            <pc:sldMk cId="2002118556" sldId="291"/>
            <ac:spMk id="39" creationId="{5EBBE34A-BE24-B031-C85C-832AF0EE8B18}"/>
          </ac:spMkLst>
        </pc:spChg>
        <pc:spChg chg="mod">
          <ac:chgData name="Tahoc Wokam, Durrice Lea" userId="d78c891b-178f-45b9-ae2d-0c5dffc246c9" providerId="ADAL" clId="{44089F29-E3CB-4B33-9A98-B68D65CCBB61}" dt="2026-04-10T15:34:29.688" v="1351"/>
          <ac:spMkLst>
            <pc:docMk/>
            <pc:sldMk cId="2002118556" sldId="291"/>
            <ac:spMk id="41" creationId="{85EF24F8-F322-2383-7CAC-EC1D8B47EC75}"/>
          </ac:spMkLst>
        </pc:spChg>
        <pc:spChg chg="del">
          <ac:chgData name="Tahoc Wokam, Durrice Lea" userId="d78c891b-178f-45b9-ae2d-0c5dffc246c9" providerId="ADAL" clId="{44089F29-E3CB-4B33-9A98-B68D65CCBB61}" dt="2026-04-10T14:59:55.273" v="1017" actId="478"/>
          <ac:spMkLst>
            <pc:docMk/>
            <pc:sldMk cId="2002118556" sldId="291"/>
            <ac:spMk id="43" creationId="{13561371-A72F-31A3-00B2-83B2900E3EA4}"/>
          </ac:spMkLst>
        </pc:spChg>
        <pc:spChg chg="del">
          <ac:chgData name="Tahoc Wokam, Durrice Lea" userId="d78c891b-178f-45b9-ae2d-0c5dffc246c9" providerId="ADAL" clId="{44089F29-E3CB-4B33-9A98-B68D65CCBB61}" dt="2026-04-10T15:00:05.217" v="1023" actId="478"/>
          <ac:spMkLst>
            <pc:docMk/>
            <pc:sldMk cId="2002118556" sldId="291"/>
            <ac:spMk id="44" creationId="{D36B9914-7212-EC1A-3AA8-1FEF50BC6C01}"/>
          </ac:spMkLst>
        </pc:spChg>
        <pc:spChg chg="del mod">
          <ac:chgData name="Tahoc Wokam, Durrice Lea" userId="d78c891b-178f-45b9-ae2d-0c5dffc246c9" providerId="ADAL" clId="{44089F29-E3CB-4B33-9A98-B68D65CCBB61}" dt="2026-04-10T15:00:03.817" v="1022" actId="478"/>
          <ac:spMkLst>
            <pc:docMk/>
            <pc:sldMk cId="2002118556" sldId="291"/>
            <ac:spMk id="47" creationId="{C0410A86-D644-9315-1E27-5AA9AE51794A}"/>
          </ac:spMkLst>
        </pc:spChg>
        <pc:grpChg chg="add del mod">
          <ac:chgData name="Tahoc Wokam, Durrice Lea" userId="d78c891b-178f-45b9-ae2d-0c5dffc246c9" providerId="ADAL" clId="{44089F29-E3CB-4B33-9A98-B68D65CCBB61}" dt="2026-04-10T15:01:39.612" v="1035" actId="478"/>
          <ac:grpSpMkLst>
            <pc:docMk/>
            <pc:sldMk cId="2002118556" sldId="291"/>
            <ac:grpSpMk id="9" creationId="{586BD9FB-A54A-27E1-CA4A-52C57B3CBD47}"/>
          </ac:grpSpMkLst>
        </pc:grpChg>
        <pc:grpChg chg="del">
          <ac:chgData name="Tahoc Wokam, Durrice Lea" userId="d78c891b-178f-45b9-ae2d-0c5dffc246c9" providerId="ADAL" clId="{44089F29-E3CB-4B33-9A98-B68D65CCBB61}" dt="2026-04-10T14:59:55.273" v="1017" actId="478"/>
          <ac:grpSpMkLst>
            <pc:docMk/>
            <pc:sldMk cId="2002118556" sldId="291"/>
            <ac:grpSpMk id="16" creationId="{20F104A9-D7C9-4278-29A9-36041ECC4177}"/>
          </ac:grpSpMkLst>
        </pc:grpChg>
        <pc:grpChg chg="del">
          <ac:chgData name="Tahoc Wokam, Durrice Lea" userId="d78c891b-178f-45b9-ae2d-0c5dffc246c9" providerId="ADAL" clId="{44089F29-E3CB-4B33-9A98-B68D65CCBB61}" dt="2026-04-10T15:00:00.328" v="1018" actId="478"/>
          <ac:grpSpMkLst>
            <pc:docMk/>
            <pc:sldMk cId="2002118556" sldId="291"/>
            <ac:grpSpMk id="18" creationId="{E2FEBCF6-6A5F-35EF-E485-1233CCB3B27D}"/>
          </ac:grpSpMkLst>
        </pc:grpChg>
        <pc:grpChg chg="del">
          <ac:chgData name="Tahoc Wokam, Durrice Lea" userId="d78c891b-178f-45b9-ae2d-0c5dffc246c9" providerId="ADAL" clId="{44089F29-E3CB-4B33-9A98-B68D65CCBB61}" dt="2026-04-10T14:59:55.273" v="1017" actId="478"/>
          <ac:grpSpMkLst>
            <pc:docMk/>
            <pc:sldMk cId="2002118556" sldId="291"/>
            <ac:grpSpMk id="25" creationId="{D7478298-997A-661F-8DD8-72B37688409A}"/>
          </ac:grpSpMkLst>
        </pc:grpChg>
        <pc:grpChg chg="del">
          <ac:chgData name="Tahoc Wokam, Durrice Lea" userId="d78c891b-178f-45b9-ae2d-0c5dffc246c9" providerId="ADAL" clId="{44089F29-E3CB-4B33-9A98-B68D65CCBB61}" dt="2026-04-10T14:59:55.273" v="1017" actId="478"/>
          <ac:grpSpMkLst>
            <pc:docMk/>
            <pc:sldMk cId="2002118556" sldId="291"/>
            <ac:grpSpMk id="29" creationId="{6A20C95E-DEBB-FB7A-9A1A-D9CCAD4D27FA}"/>
          </ac:grpSpMkLst>
        </pc:grpChg>
        <pc:grpChg chg="add mod">
          <ac:chgData name="Tahoc Wokam, Durrice Lea" userId="d78c891b-178f-45b9-ae2d-0c5dffc246c9" providerId="ADAL" clId="{44089F29-E3CB-4B33-9A98-B68D65CCBB61}" dt="2026-04-10T15:35:00.175" v="1357" actId="1076"/>
          <ac:grpSpMkLst>
            <pc:docMk/>
            <pc:sldMk cId="2002118556" sldId="291"/>
            <ac:grpSpMk id="38" creationId="{52A643BA-71E5-BA9F-CB34-680816B917FB}"/>
          </ac:grpSpMkLst>
        </pc:grpChg>
        <pc:picChg chg="add del mod">
          <ac:chgData name="Tahoc Wokam, Durrice Lea" userId="d78c891b-178f-45b9-ae2d-0c5dffc246c9" providerId="ADAL" clId="{44089F29-E3CB-4B33-9A98-B68D65CCBB61}" dt="2026-04-10T15:01:37.827" v="1033" actId="478"/>
          <ac:picMkLst>
            <pc:docMk/>
            <pc:sldMk cId="2002118556" sldId="291"/>
            <ac:picMk id="4" creationId="{772D99A9-D223-8355-3E37-C485483D0B90}"/>
          </ac:picMkLst>
        </pc:picChg>
        <pc:picChg chg="del">
          <ac:chgData name="Tahoc Wokam, Durrice Lea" userId="d78c891b-178f-45b9-ae2d-0c5dffc246c9" providerId="ADAL" clId="{44089F29-E3CB-4B33-9A98-B68D65CCBB61}" dt="2026-04-10T15:00:00.917" v="1019" actId="478"/>
          <ac:picMkLst>
            <pc:docMk/>
            <pc:sldMk cId="2002118556" sldId="291"/>
            <ac:picMk id="6" creationId="{8B6FCAD9-04DE-03EC-CEA0-2594DB155357}"/>
          </ac:picMkLst>
        </pc:picChg>
        <pc:picChg chg="del">
          <ac:chgData name="Tahoc Wokam, Durrice Lea" userId="d78c891b-178f-45b9-ae2d-0c5dffc246c9" providerId="ADAL" clId="{44089F29-E3CB-4B33-9A98-B68D65CCBB61}" dt="2026-04-10T15:00:01.572" v="1020" actId="478"/>
          <ac:picMkLst>
            <pc:docMk/>
            <pc:sldMk cId="2002118556" sldId="291"/>
            <ac:picMk id="7" creationId="{CCEF3FDC-ABC6-D834-0108-26767B4AC41D}"/>
          </ac:picMkLst>
        </pc:picChg>
        <pc:picChg chg="add mod">
          <ac:chgData name="Tahoc Wokam, Durrice Lea" userId="d78c891b-178f-45b9-ae2d-0c5dffc246c9" providerId="ADAL" clId="{44089F29-E3CB-4B33-9A98-B68D65CCBB61}" dt="2026-04-10T15:31:49.809" v="1332" actId="1076"/>
          <ac:picMkLst>
            <pc:docMk/>
            <pc:sldMk cId="2002118556" sldId="291"/>
            <ac:picMk id="15" creationId="{86798A29-4211-2D6B-CE6F-ABA3B9182B90}"/>
          </ac:picMkLst>
        </pc:picChg>
        <pc:picChg chg="add mod">
          <ac:chgData name="Tahoc Wokam, Durrice Lea" userId="d78c891b-178f-45b9-ae2d-0c5dffc246c9" providerId="ADAL" clId="{44089F29-E3CB-4B33-9A98-B68D65CCBB61}" dt="2026-04-10T15:32:26.827" v="1336" actId="1076"/>
          <ac:picMkLst>
            <pc:docMk/>
            <pc:sldMk cId="2002118556" sldId="291"/>
            <ac:picMk id="21" creationId="{BFB94D68-98BC-3FCA-6DDB-4FCC582A1A85}"/>
          </ac:picMkLst>
        </pc:picChg>
        <pc:cxnChg chg="del">
          <ac:chgData name="Tahoc Wokam, Durrice Lea" userId="d78c891b-178f-45b9-ae2d-0c5dffc246c9" providerId="ADAL" clId="{44089F29-E3CB-4B33-9A98-B68D65CCBB61}" dt="2026-04-10T14:59:55.273" v="1017" actId="478"/>
          <ac:cxnSpMkLst>
            <pc:docMk/>
            <pc:sldMk cId="2002118556" sldId="291"/>
            <ac:cxnSpMk id="10" creationId="{532DE540-56B2-C2EF-12D0-4D646429BBC7}"/>
          </ac:cxnSpMkLst>
        </pc:cxnChg>
        <pc:cxnChg chg="del">
          <ac:chgData name="Tahoc Wokam, Durrice Lea" userId="d78c891b-178f-45b9-ae2d-0c5dffc246c9" providerId="ADAL" clId="{44089F29-E3CB-4B33-9A98-B68D65CCBB61}" dt="2026-04-10T14:59:55.273" v="1017" actId="478"/>
          <ac:cxnSpMkLst>
            <pc:docMk/>
            <pc:sldMk cId="2002118556" sldId="291"/>
            <ac:cxnSpMk id="36" creationId="{7801E63E-FD01-3FD0-4574-524C5642AA63}"/>
          </ac:cxnSpMkLst>
        </pc:cxnChg>
        <pc:cxnChg chg="add mod">
          <ac:chgData name="Tahoc Wokam, Durrice Lea" userId="d78c891b-178f-45b9-ae2d-0c5dffc246c9" providerId="ADAL" clId="{44089F29-E3CB-4B33-9A98-B68D65CCBB61}" dt="2026-04-10T15:34:57.133" v="1356" actId="14100"/>
          <ac:cxnSpMkLst>
            <pc:docMk/>
            <pc:sldMk cId="2002118556" sldId="291"/>
            <ac:cxnSpMk id="45" creationId="{82447C7A-1F0C-8320-167C-78AD71949A82}"/>
          </ac:cxnSpMkLst>
        </pc:cxnChg>
      </pc:sldChg>
      <pc:sldChg chg="add del ord">
        <pc:chgData name="Tahoc Wokam, Durrice Lea" userId="d78c891b-178f-45b9-ae2d-0c5dffc246c9" providerId="ADAL" clId="{44089F29-E3CB-4B33-9A98-B68D65CCBB61}" dt="2026-04-10T15:36:05.250" v="1361" actId="2696"/>
        <pc:sldMkLst>
          <pc:docMk/>
          <pc:sldMk cId="32896468" sldId="292"/>
        </pc:sldMkLst>
      </pc:sldChg>
      <pc:sldChg chg="addSp delSp modSp add mod ord modTransition">
        <pc:chgData name="Tahoc Wokam, Durrice Lea" userId="d78c891b-178f-45b9-ae2d-0c5dffc246c9" providerId="ADAL" clId="{44089F29-E3CB-4B33-9A98-B68D65CCBB61}" dt="2026-04-10T16:11:43.862" v="1557"/>
        <pc:sldMkLst>
          <pc:docMk/>
          <pc:sldMk cId="254751727" sldId="293"/>
        </pc:sldMkLst>
        <pc:spChg chg="add mod">
          <ac:chgData name="Tahoc Wokam, Durrice Lea" userId="d78c891b-178f-45b9-ae2d-0c5dffc246c9" providerId="ADAL" clId="{44089F29-E3CB-4B33-9A98-B68D65CCBB61}" dt="2026-04-10T15:25:40.009" v="1280" actId="1076"/>
          <ac:spMkLst>
            <pc:docMk/>
            <pc:sldMk cId="254751727" sldId="293"/>
            <ac:spMk id="3" creationId="{DA26A3DD-255E-5F5C-BF8A-42B339AFA663}"/>
          </ac:spMkLst>
        </pc:spChg>
        <pc:spChg chg="mod">
          <ac:chgData name="Tahoc Wokam, Durrice Lea" userId="d78c891b-178f-45b9-ae2d-0c5dffc246c9" providerId="ADAL" clId="{44089F29-E3CB-4B33-9A98-B68D65CCBB61}" dt="2026-04-10T15:26:40.965" v="1283" actId="255"/>
          <ac:spMkLst>
            <pc:docMk/>
            <pc:sldMk cId="254751727" sldId="293"/>
            <ac:spMk id="9" creationId="{B86BAE62-81BF-29BD-FD04-C36E1FE5B745}"/>
          </ac:spMkLst>
        </pc:spChg>
        <pc:spChg chg="mod">
          <ac:chgData name="Tahoc Wokam, Durrice Lea" userId="d78c891b-178f-45b9-ae2d-0c5dffc246c9" providerId="ADAL" clId="{44089F29-E3CB-4B33-9A98-B68D65CCBB61}" dt="2026-04-10T15:09:31.909" v="1067" actId="255"/>
          <ac:spMkLst>
            <pc:docMk/>
            <pc:sldMk cId="254751727" sldId="293"/>
            <ac:spMk id="23" creationId="{6BF519B8-FAFB-F1F1-F71A-539EF86BC4EB}"/>
          </ac:spMkLst>
        </pc:spChg>
        <pc:spChg chg="mod">
          <ac:chgData name="Tahoc Wokam, Durrice Lea" userId="d78c891b-178f-45b9-ae2d-0c5dffc246c9" providerId="ADAL" clId="{44089F29-E3CB-4B33-9A98-B68D65CCBB61}" dt="2026-04-10T15:11:23.722" v="1096" actId="1076"/>
          <ac:spMkLst>
            <pc:docMk/>
            <pc:sldMk cId="254751727" sldId="293"/>
            <ac:spMk id="24" creationId="{B2A99EF5-B207-6CA9-ADBA-58BF5BFE727E}"/>
          </ac:spMkLst>
        </pc:spChg>
        <pc:spChg chg="del">
          <ac:chgData name="Tahoc Wokam, Durrice Lea" userId="d78c891b-178f-45b9-ae2d-0c5dffc246c9" providerId="ADAL" clId="{44089F29-E3CB-4B33-9A98-B68D65CCBB61}" dt="2026-04-10T15:09:56.675" v="1070" actId="478"/>
          <ac:spMkLst>
            <pc:docMk/>
            <pc:sldMk cId="254751727" sldId="293"/>
            <ac:spMk id="25" creationId="{636BDE69-33BC-113F-6E6B-BB5CE44C3927}"/>
          </ac:spMkLst>
        </pc:spChg>
        <pc:spChg chg="del mod">
          <ac:chgData name="Tahoc Wokam, Durrice Lea" userId="d78c891b-178f-45b9-ae2d-0c5dffc246c9" providerId="ADAL" clId="{44089F29-E3CB-4B33-9A98-B68D65CCBB61}" dt="2026-04-10T15:09:59.155" v="1072" actId="478"/>
          <ac:spMkLst>
            <pc:docMk/>
            <pc:sldMk cId="254751727" sldId="293"/>
            <ac:spMk id="27" creationId="{2C89378D-C284-679F-B514-9B7F6242944D}"/>
          </ac:spMkLst>
        </pc:spChg>
        <pc:picChg chg="add mod">
          <ac:chgData name="Tahoc Wokam, Durrice Lea" userId="d78c891b-178f-45b9-ae2d-0c5dffc246c9" providerId="ADAL" clId="{44089F29-E3CB-4B33-9A98-B68D65CCBB61}" dt="2026-04-10T15:04:02.450" v="1059"/>
          <ac:picMkLst>
            <pc:docMk/>
            <pc:sldMk cId="254751727" sldId="293"/>
            <ac:picMk id="2" creationId="{8393D732-D32F-6444-6217-B8072E77EACA}"/>
          </ac:picMkLst>
        </pc:picChg>
        <pc:picChg chg="add del">
          <ac:chgData name="Tahoc Wokam, Durrice Lea" userId="d78c891b-178f-45b9-ae2d-0c5dffc246c9" providerId="ADAL" clId="{44089F29-E3CB-4B33-9A98-B68D65CCBB61}" dt="2026-04-10T15:04:05.538" v="1060" actId="21"/>
          <ac:picMkLst>
            <pc:docMk/>
            <pc:sldMk cId="254751727" sldId="293"/>
            <ac:picMk id="5" creationId="{8393D732-D32F-6444-6217-B8072E77EACA}"/>
          </ac:picMkLst>
        </pc:picChg>
        <pc:picChg chg="del">
          <ac:chgData name="Tahoc Wokam, Durrice Lea" userId="d78c891b-178f-45b9-ae2d-0c5dffc246c9" providerId="ADAL" clId="{44089F29-E3CB-4B33-9A98-B68D65CCBB61}" dt="2026-04-10T15:09:52.317" v="1069" actId="478"/>
          <ac:picMkLst>
            <pc:docMk/>
            <pc:sldMk cId="254751727" sldId="293"/>
            <ac:picMk id="26" creationId="{4121EB86-A9C8-5844-9EF1-525F8090328D}"/>
          </ac:picMkLst>
        </pc:picChg>
      </pc:sldChg>
      <pc:sldChg chg="addSp delSp modSp add mod ord modTransition">
        <pc:chgData name="Tahoc Wokam, Durrice Lea" userId="d78c891b-178f-45b9-ae2d-0c5dffc246c9" providerId="ADAL" clId="{44089F29-E3CB-4B33-9A98-B68D65CCBB61}" dt="2026-04-10T16:11:46.600" v="1558"/>
        <pc:sldMkLst>
          <pc:docMk/>
          <pc:sldMk cId="2389621095" sldId="294"/>
        </pc:sldMkLst>
        <pc:spChg chg="del">
          <ac:chgData name="Tahoc Wokam, Durrice Lea" userId="d78c891b-178f-45b9-ae2d-0c5dffc246c9" providerId="ADAL" clId="{44089F29-E3CB-4B33-9A98-B68D65CCBB61}" dt="2026-04-10T15:12:35.755" v="1115" actId="478"/>
          <ac:spMkLst>
            <pc:docMk/>
            <pc:sldMk cId="2389621095" sldId="294"/>
            <ac:spMk id="8" creationId="{C8787706-00E2-C93C-1891-68B6079F3160}"/>
          </ac:spMkLst>
        </pc:spChg>
        <pc:spChg chg="mod">
          <ac:chgData name="Tahoc Wokam, Durrice Lea" userId="d78c891b-178f-45b9-ae2d-0c5dffc246c9" providerId="ADAL" clId="{44089F29-E3CB-4B33-9A98-B68D65CCBB61}" dt="2026-04-10T15:20:38.079" v="1196"/>
          <ac:spMkLst>
            <pc:docMk/>
            <pc:sldMk cId="2389621095" sldId="294"/>
            <ac:spMk id="11" creationId="{DB4B03FD-26C0-A00F-62A8-DFC71950BFC0}"/>
          </ac:spMkLst>
        </pc:spChg>
        <pc:spChg chg="mod">
          <ac:chgData name="Tahoc Wokam, Durrice Lea" userId="d78c891b-178f-45b9-ae2d-0c5dffc246c9" providerId="ADAL" clId="{44089F29-E3CB-4B33-9A98-B68D65CCBB61}" dt="2026-04-10T15:20:58.621" v="1200" actId="207"/>
          <ac:spMkLst>
            <pc:docMk/>
            <pc:sldMk cId="2389621095" sldId="294"/>
            <ac:spMk id="13" creationId="{5D843C62-BFA0-2E92-B834-98EF89A26B0E}"/>
          </ac:spMkLst>
        </pc:spChg>
        <pc:spChg chg="mod">
          <ac:chgData name="Tahoc Wokam, Durrice Lea" userId="d78c891b-178f-45b9-ae2d-0c5dffc246c9" providerId="ADAL" clId="{44089F29-E3CB-4B33-9A98-B68D65CCBB61}" dt="2026-04-10T15:15:51.351" v="1152"/>
          <ac:spMkLst>
            <pc:docMk/>
            <pc:sldMk cId="2389621095" sldId="294"/>
            <ac:spMk id="19" creationId="{AA717A77-82C2-013A-A1E7-FBAABF6B61C1}"/>
          </ac:spMkLst>
        </pc:spChg>
        <pc:spChg chg="mod">
          <ac:chgData name="Tahoc Wokam, Durrice Lea" userId="d78c891b-178f-45b9-ae2d-0c5dffc246c9" providerId="ADAL" clId="{44089F29-E3CB-4B33-9A98-B68D65CCBB61}" dt="2026-04-10T15:23:10.648" v="1245" actId="20577"/>
          <ac:spMkLst>
            <pc:docMk/>
            <pc:sldMk cId="2389621095" sldId="294"/>
            <ac:spMk id="20" creationId="{9A7B42C9-B851-B0F2-B097-EBB63A3D0856}"/>
          </ac:spMkLst>
        </pc:spChg>
        <pc:spChg chg="del">
          <ac:chgData name="Tahoc Wokam, Durrice Lea" userId="d78c891b-178f-45b9-ae2d-0c5dffc246c9" providerId="ADAL" clId="{44089F29-E3CB-4B33-9A98-B68D65CCBB61}" dt="2026-04-10T15:12:28.303" v="1108" actId="478"/>
          <ac:spMkLst>
            <pc:docMk/>
            <pc:sldMk cId="2389621095" sldId="294"/>
            <ac:spMk id="24" creationId="{84764FF7-14C1-D8FC-10BE-E02DAE04F757}"/>
          </ac:spMkLst>
        </pc:spChg>
        <pc:spChg chg="mod">
          <ac:chgData name="Tahoc Wokam, Durrice Lea" userId="d78c891b-178f-45b9-ae2d-0c5dffc246c9" providerId="ADAL" clId="{44089F29-E3CB-4B33-9A98-B68D65CCBB61}" dt="2026-04-10T15:14:26.189" v="1136"/>
          <ac:spMkLst>
            <pc:docMk/>
            <pc:sldMk cId="2389621095" sldId="294"/>
            <ac:spMk id="26" creationId="{22C17DD8-90F2-4AF2-D973-DCCE2F2132F3}"/>
          </ac:spMkLst>
        </pc:spChg>
        <pc:spChg chg="mod">
          <ac:chgData name="Tahoc Wokam, Durrice Lea" userId="d78c891b-178f-45b9-ae2d-0c5dffc246c9" providerId="ADAL" clId="{44089F29-E3CB-4B33-9A98-B68D65CCBB61}" dt="2026-04-10T15:22:03.117" v="1225" actId="20577"/>
          <ac:spMkLst>
            <pc:docMk/>
            <pc:sldMk cId="2389621095" sldId="294"/>
            <ac:spMk id="27" creationId="{9BB2678A-9317-446A-7E3A-58506CE61961}"/>
          </ac:spMkLst>
        </pc:spChg>
        <pc:spChg chg="del">
          <ac:chgData name="Tahoc Wokam, Durrice Lea" userId="d78c891b-178f-45b9-ae2d-0c5dffc246c9" providerId="ADAL" clId="{44089F29-E3CB-4B33-9A98-B68D65CCBB61}" dt="2026-04-10T15:12:26.052" v="1106" actId="478"/>
          <ac:spMkLst>
            <pc:docMk/>
            <pc:sldMk cId="2389621095" sldId="294"/>
            <ac:spMk id="28" creationId="{0E5135C3-645D-A0BE-29B2-CC43A2421A40}"/>
          </ac:spMkLst>
        </pc:spChg>
        <pc:spChg chg="mod">
          <ac:chgData name="Tahoc Wokam, Durrice Lea" userId="d78c891b-178f-45b9-ae2d-0c5dffc246c9" providerId="ADAL" clId="{44089F29-E3CB-4B33-9A98-B68D65CCBB61}" dt="2026-04-10T15:16:49.093" v="1163"/>
          <ac:spMkLst>
            <pc:docMk/>
            <pc:sldMk cId="2389621095" sldId="294"/>
            <ac:spMk id="30" creationId="{055BDA89-AE22-0D7D-5835-9C32D39B4171}"/>
          </ac:spMkLst>
        </pc:spChg>
        <pc:spChg chg="mod">
          <ac:chgData name="Tahoc Wokam, Durrice Lea" userId="d78c891b-178f-45b9-ae2d-0c5dffc246c9" providerId="ADAL" clId="{44089F29-E3CB-4B33-9A98-B68D65CCBB61}" dt="2026-04-10T15:23:47.741" v="1262" actId="20577"/>
          <ac:spMkLst>
            <pc:docMk/>
            <pc:sldMk cId="2389621095" sldId="294"/>
            <ac:spMk id="31" creationId="{BCAB02D0-5403-3D52-070E-AA4365F8C4F7}"/>
          </ac:spMkLst>
        </pc:spChg>
        <pc:spChg chg="del">
          <ac:chgData name="Tahoc Wokam, Durrice Lea" userId="d78c891b-178f-45b9-ae2d-0c5dffc246c9" providerId="ADAL" clId="{44089F29-E3CB-4B33-9A98-B68D65CCBB61}" dt="2026-04-10T15:12:27.262" v="1107" actId="478"/>
          <ac:spMkLst>
            <pc:docMk/>
            <pc:sldMk cId="2389621095" sldId="294"/>
            <ac:spMk id="32" creationId="{C77860D6-6438-D64F-C724-D1359D068BFF}"/>
          </ac:spMkLst>
        </pc:spChg>
        <pc:spChg chg="add mod">
          <ac:chgData name="Tahoc Wokam, Durrice Lea" userId="d78c891b-178f-45b9-ae2d-0c5dffc246c9" providerId="ADAL" clId="{44089F29-E3CB-4B33-9A98-B68D65CCBB61}" dt="2026-04-10T15:25:30.323" v="1279" actId="1076"/>
          <ac:spMkLst>
            <pc:docMk/>
            <pc:sldMk cId="2389621095" sldId="294"/>
            <ac:spMk id="38" creationId="{BEEF9F93-1869-61C9-9BC8-896A7800EC7B}"/>
          </ac:spMkLst>
        </pc:spChg>
        <pc:spChg chg="del mod">
          <ac:chgData name="Tahoc Wokam, Durrice Lea" userId="d78c891b-178f-45b9-ae2d-0c5dffc246c9" providerId="ADAL" clId="{44089F29-E3CB-4B33-9A98-B68D65CCBB61}" dt="2026-04-10T15:12:58.400" v="1117" actId="478"/>
          <ac:spMkLst>
            <pc:docMk/>
            <pc:sldMk cId="2389621095" sldId="294"/>
            <ac:spMk id="43" creationId="{0CCC4C57-C286-6FB8-680C-35897E86E8FA}"/>
          </ac:spMkLst>
        </pc:spChg>
        <pc:spChg chg="del">
          <ac:chgData name="Tahoc Wokam, Durrice Lea" userId="d78c891b-178f-45b9-ae2d-0c5dffc246c9" providerId="ADAL" clId="{44089F29-E3CB-4B33-9A98-B68D65CCBB61}" dt="2026-04-10T15:12:59.764" v="1118" actId="478"/>
          <ac:spMkLst>
            <pc:docMk/>
            <pc:sldMk cId="2389621095" sldId="294"/>
            <ac:spMk id="44" creationId="{7E130385-5458-3FA6-32D5-39958C84A6A7}"/>
          </ac:spMkLst>
        </pc:spChg>
        <pc:spChg chg="del mod">
          <ac:chgData name="Tahoc Wokam, Durrice Lea" userId="d78c891b-178f-45b9-ae2d-0c5dffc246c9" providerId="ADAL" clId="{44089F29-E3CB-4B33-9A98-B68D65CCBB61}" dt="2026-04-10T15:13:05.846" v="1120" actId="478"/>
          <ac:spMkLst>
            <pc:docMk/>
            <pc:sldMk cId="2389621095" sldId="294"/>
            <ac:spMk id="47" creationId="{068D50BB-48B5-885B-40BF-B728408CF7F2}"/>
          </ac:spMkLst>
        </pc:spChg>
        <pc:grpChg chg="add del mod">
          <ac:chgData name="Tahoc Wokam, Durrice Lea" userId="d78c891b-178f-45b9-ae2d-0c5dffc246c9" providerId="ADAL" clId="{44089F29-E3CB-4B33-9A98-B68D65CCBB61}" dt="2026-04-10T15:21:09.426" v="1203" actId="14100"/>
          <ac:grpSpMkLst>
            <pc:docMk/>
            <pc:sldMk cId="2389621095" sldId="294"/>
            <ac:grpSpMk id="16" creationId="{4782B1ED-E1B4-0565-BE7F-64D1B87D3A8D}"/>
          </ac:grpSpMkLst>
        </pc:grpChg>
        <pc:grpChg chg="mod">
          <ac:chgData name="Tahoc Wokam, Durrice Lea" userId="d78c891b-178f-45b9-ae2d-0c5dffc246c9" providerId="ADAL" clId="{44089F29-E3CB-4B33-9A98-B68D65CCBB61}" dt="2026-04-10T15:23:14.425" v="1246" actId="14100"/>
          <ac:grpSpMkLst>
            <pc:docMk/>
            <pc:sldMk cId="2389621095" sldId="294"/>
            <ac:grpSpMk id="18" creationId="{53CD24B9-50AE-CBAA-57D9-1F172A6A3D51}"/>
          </ac:grpSpMkLst>
        </pc:grpChg>
        <pc:grpChg chg="mod">
          <ac:chgData name="Tahoc Wokam, Durrice Lea" userId="d78c891b-178f-45b9-ae2d-0c5dffc246c9" providerId="ADAL" clId="{44089F29-E3CB-4B33-9A98-B68D65CCBB61}" dt="2026-04-10T15:19:31.044" v="1186" actId="1076"/>
          <ac:grpSpMkLst>
            <pc:docMk/>
            <pc:sldMk cId="2389621095" sldId="294"/>
            <ac:grpSpMk id="25" creationId="{8AE696A8-59F4-092D-7E0D-567F3F540034}"/>
          </ac:grpSpMkLst>
        </pc:grpChg>
        <pc:grpChg chg="mod">
          <ac:chgData name="Tahoc Wokam, Durrice Lea" userId="d78c891b-178f-45b9-ae2d-0c5dffc246c9" providerId="ADAL" clId="{44089F29-E3CB-4B33-9A98-B68D65CCBB61}" dt="2026-04-10T15:23:50.941" v="1263" actId="14100"/>
          <ac:grpSpMkLst>
            <pc:docMk/>
            <pc:sldMk cId="2389621095" sldId="294"/>
            <ac:grpSpMk id="29" creationId="{940442DC-1A84-620C-6A6D-6A7A6206F3E2}"/>
          </ac:grpSpMkLst>
        </pc:grpChg>
        <pc:picChg chg="add mod">
          <ac:chgData name="Tahoc Wokam, Durrice Lea" userId="d78c891b-178f-45b9-ae2d-0c5dffc246c9" providerId="ADAL" clId="{44089F29-E3CB-4B33-9A98-B68D65CCBB61}" dt="2026-04-10T15:24:33.199" v="1267" actId="14100"/>
          <ac:picMkLst>
            <pc:docMk/>
            <pc:sldMk cId="2389621095" sldId="294"/>
            <ac:picMk id="2" creationId="{98A18624-2609-C28E-0104-AA9E99132B0C}"/>
          </ac:picMkLst>
        </pc:picChg>
        <pc:picChg chg="del mod">
          <ac:chgData name="Tahoc Wokam, Durrice Lea" userId="d78c891b-178f-45b9-ae2d-0c5dffc246c9" providerId="ADAL" clId="{44089F29-E3CB-4B33-9A98-B68D65CCBB61}" dt="2026-04-10T15:12:23.850" v="1105" actId="478"/>
          <ac:picMkLst>
            <pc:docMk/>
            <pc:sldMk cId="2389621095" sldId="294"/>
            <ac:picMk id="6" creationId="{4930F00B-399D-F834-5433-2DC3FB9FB2B0}"/>
          </ac:picMkLst>
        </pc:picChg>
        <pc:picChg chg="del">
          <ac:chgData name="Tahoc Wokam, Durrice Lea" userId="d78c891b-178f-45b9-ae2d-0c5dffc246c9" providerId="ADAL" clId="{44089F29-E3CB-4B33-9A98-B68D65CCBB61}" dt="2026-04-10T15:12:32.448" v="1113" actId="478"/>
          <ac:picMkLst>
            <pc:docMk/>
            <pc:sldMk cId="2389621095" sldId="294"/>
            <ac:picMk id="7" creationId="{95311BE5-6F55-CA3D-D146-AD16EE5FA4ED}"/>
          </ac:picMkLst>
        </pc:picChg>
        <pc:cxnChg chg="add mod">
          <ac:chgData name="Tahoc Wokam, Durrice Lea" userId="d78c891b-178f-45b9-ae2d-0c5dffc246c9" providerId="ADAL" clId="{44089F29-E3CB-4B33-9A98-B68D65CCBB61}" dt="2026-04-10T15:24:37.077" v="1268" actId="1076"/>
          <ac:cxnSpMkLst>
            <pc:docMk/>
            <pc:sldMk cId="2389621095" sldId="294"/>
            <ac:cxnSpMk id="4" creationId="{538C743F-FA9C-1683-5E98-5B53A429E831}"/>
          </ac:cxnSpMkLst>
        </pc:cxnChg>
        <pc:cxnChg chg="del">
          <ac:chgData name="Tahoc Wokam, Durrice Lea" userId="d78c891b-178f-45b9-ae2d-0c5dffc246c9" providerId="ADAL" clId="{44089F29-E3CB-4B33-9A98-B68D65CCBB61}" dt="2026-04-10T15:12:33.659" v="1114" actId="478"/>
          <ac:cxnSpMkLst>
            <pc:docMk/>
            <pc:sldMk cId="2389621095" sldId="294"/>
            <ac:cxnSpMk id="10" creationId="{EBA577E6-ECFC-0387-2E1F-351EFE0BCF9B}"/>
          </ac:cxnSpMkLst>
        </pc:cxnChg>
        <pc:cxnChg chg="add mod">
          <ac:chgData name="Tahoc Wokam, Durrice Lea" userId="d78c891b-178f-45b9-ae2d-0c5dffc246c9" providerId="ADAL" clId="{44089F29-E3CB-4B33-9A98-B68D65CCBB61}" dt="2026-04-10T15:22:00.159" v="1222" actId="20577"/>
          <ac:cxnSpMkLst>
            <pc:docMk/>
            <pc:sldMk cId="2389621095" sldId="294"/>
            <ac:cxnSpMk id="14" creationId="{AC599980-01DC-7066-7B3C-E83D766166B4}"/>
          </ac:cxnSpMkLst>
        </pc:cxnChg>
        <pc:cxnChg chg="add del">
          <ac:chgData name="Tahoc Wokam, Durrice Lea" userId="d78c891b-178f-45b9-ae2d-0c5dffc246c9" providerId="ADAL" clId="{44089F29-E3CB-4B33-9A98-B68D65CCBB61}" dt="2026-04-10T15:22:39.453" v="1227" actId="11529"/>
          <ac:cxnSpMkLst>
            <pc:docMk/>
            <pc:sldMk cId="2389621095" sldId="294"/>
            <ac:cxnSpMk id="17" creationId="{7A3908C1-E0A5-CECF-E230-B582EB140BDC}"/>
          </ac:cxnSpMkLst>
        </pc:cxnChg>
        <pc:cxnChg chg="add mod">
          <ac:chgData name="Tahoc Wokam, Durrice Lea" userId="d78c891b-178f-45b9-ae2d-0c5dffc246c9" providerId="ADAL" clId="{44089F29-E3CB-4B33-9A98-B68D65CCBB61}" dt="2026-04-10T15:24:47.226" v="1270" actId="14100"/>
          <ac:cxnSpMkLst>
            <pc:docMk/>
            <pc:sldMk cId="2389621095" sldId="294"/>
            <ac:cxnSpMk id="22" creationId="{78AF2A7B-B5DA-1E6A-3A6A-B109662055F9}"/>
          </ac:cxnSpMkLst>
        </pc:cxnChg>
        <pc:cxnChg chg="del mod">
          <ac:chgData name="Tahoc Wokam, Durrice Lea" userId="d78c891b-178f-45b9-ae2d-0c5dffc246c9" providerId="ADAL" clId="{44089F29-E3CB-4B33-9A98-B68D65CCBB61}" dt="2026-04-10T15:12:29.931" v="1110" actId="478"/>
          <ac:cxnSpMkLst>
            <pc:docMk/>
            <pc:sldMk cId="2389621095" sldId="294"/>
            <ac:cxnSpMk id="34" creationId="{B272D8F8-CA4D-91DB-9694-9975F0346802}"/>
          </ac:cxnSpMkLst>
        </pc:cxnChg>
        <pc:cxnChg chg="add mod">
          <ac:chgData name="Tahoc Wokam, Durrice Lea" userId="d78c891b-178f-45b9-ae2d-0c5dffc246c9" providerId="ADAL" clId="{44089F29-E3CB-4B33-9A98-B68D65CCBB61}" dt="2026-04-10T15:24:41.895" v="1269" actId="1076"/>
          <ac:cxnSpMkLst>
            <pc:docMk/>
            <pc:sldMk cId="2389621095" sldId="294"/>
            <ac:cxnSpMk id="35" creationId="{E86E66FA-B42E-04B6-2FB2-C455724407FD}"/>
          </ac:cxnSpMkLst>
        </pc:cxnChg>
        <pc:cxnChg chg="del">
          <ac:chgData name="Tahoc Wokam, Durrice Lea" userId="d78c891b-178f-45b9-ae2d-0c5dffc246c9" providerId="ADAL" clId="{44089F29-E3CB-4B33-9A98-B68D65CCBB61}" dt="2026-04-10T15:12:30.776" v="1111" actId="478"/>
          <ac:cxnSpMkLst>
            <pc:docMk/>
            <pc:sldMk cId="2389621095" sldId="294"/>
            <ac:cxnSpMk id="36" creationId="{61C6B3BF-2C37-A99C-2B20-F26E33AC9B76}"/>
          </ac:cxnSpMkLst>
        </pc:cxnChg>
        <pc:cxnChg chg="del">
          <ac:chgData name="Tahoc Wokam, Durrice Lea" userId="d78c891b-178f-45b9-ae2d-0c5dffc246c9" providerId="ADAL" clId="{44089F29-E3CB-4B33-9A98-B68D65CCBB61}" dt="2026-04-10T15:12:31.725" v="1112" actId="478"/>
          <ac:cxnSpMkLst>
            <pc:docMk/>
            <pc:sldMk cId="2389621095" sldId="294"/>
            <ac:cxnSpMk id="40" creationId="{8A122EF4-BEC2-7B90-6C60-F1116E7F00B6}"/>
          </ac:cxnSpMkLst>
        </pc:cxnChg>
      </pc:sldChg>
      <pc:sldChg chg="addSp delSp modSp add mod ord modTransition">
        <pc:chgData name="Tahoc Wokam, Durrice Lea" userId="d78c891b-178f-45b9-ae2d-0c5dffc246c9" providerId="ADAL" clId="{44089F29-E3CB-4B33-9A98-B68D65CCBB61}" dt="2026-04-10T16:11:48.601" v="1559"/>
        <pc:sldMkLst>
          <pc:docMk/>
          <pc:sldMk cId="2921704513" sldId="295"/>
        </pc:sldMkLst>
        <pc:spChg chg="mod">
          <ac:chgData name="Tahoc Wokam, Durrice Lea" userId="d78c891b-178f-45b9-ae2d-0c5dffc246c9" providerId="ADAL" clId="{44089F29-E3CB-4B33-9A98-B68D65CCBB61}" dt="2026-04-10T15:28:05.031" v="1293" actId="255"/>
          <ac:spMkLst>
            <pc:docMk/>
            <pc:sldMk cId="2921704513" sldId="295"/>
            <ac:spMk id="3" creationId="{A387ED94-B1DC-4597-2CD1-050E463C0BFF}"/>
          </ac:spMkLst>
        </pc:spChg>
        <pc:spChg chg="mod">
          <ac:chgData name="Tahoc Wokam, Durrice Lea" userId="d78c891b-178f-45b9-ae2d-0c5dffc246c9" providerId="ADAL" clId="{44089F29-E3CB-4B33-9A98-B68D65CCBB61}" dt="2026-04-10T15:28:12.426" v="1294"/>
          <ac:spMkLst>
            <pc:docMk/>
            <pc:sldMk cId="2921704513" sldId="295"/>
            <ac:spMk id="5" creationId="{4DAB5826-6347-4DA9-CD94-B63A37764B30}"/>
          </ac:spMkLst>
        </pc:spChg>
        <pc:spChg chg="mod">
          <ac:chgData name="Tahoc Wokam, Durrice Lea" userId="d78c891b-178f-45b9-ae2d-0c5dffc246c9" providerId="ADAL" clId="{44089F29-E3CB-4B33-9A98-B68D65CCBB61}" dt="2026-04-10T15:27:38.854" v="1291" actId="20577"/>
          <ac:spMkLst>
            <pc:docMk/>
            <pc:sldMk cId="2921704513" sldId="295"/>
            <ac:spMk id="9" creationId="{9DC19DE2-2660-2C80-8267-F83CFBA0C620}"/>
          </ac:spMkLst>
        </pc:spChg>
        <pc:spChg chg="mod">
          <ac:chgData name="Tahoc Wokam, Durrice Lea" userId="d78c891b-178f-45b9-ae2d-0c5dffc246c9" providerId="ADAL" clId="{44089F29-E3CB-4B33-9A98-B68D65CCBB61}" dt="2026-04-10T15:30:08.088" v="1315" actId="14100"/>
          <ac:spMkLst>
            <pc:docMk/>
            <pc:sldMk cId="2921704513" sldId="295"/>
            <ac:spMk id="10" creationId="{09597BC4-5D4D-C9B1-F1F6-2F075730591D}"/>
          </ac:spMkLst>
        </pc:spChg>
        <pc:spChg chg="del mod">
          <ac:chgData name="Tahoc Wokam, Durrice Lea" userId="d78c891b-178f-45b9-ae2d-0c5dffc246c9" providerId="ADAL" clId="{44089F29-E3CB-4B33-9A98-B68D65CCBB61}" dt="2026-04-10T15:29:12.334" v="1302" actId="478"/>
          <ac:spMkLst>
            <pc:docMk/>
            <pc:sldMk cId="2921704513" sldId="295"/>
            <ac:spMk id="11" creationId="{3CA781C5-5AF6-00CC-A3AE-EFD1C37E1244}"/>
          </ac:spMkLst>
        </pc:spChg>
        <pc:picChg chg="add mod">
          <ac:chgData name="Tahoc Wokam, Durrice Lea" userId="d78c891b-178f-45b9-ae2d-0c5dffc246c9" providerId="ADAL" clId="{44089F29-E3CB-4B33-9A98-B68D65CCBB61}" dt="2026-04-10T15:29:24.862" v="1307" actId="14100"/>
          <ac:picMkLst>
            <pc:docMk/>
            <pc:sldMk cId="2921704513" sldId="295"/>
            <ac:picMk id="2" creationId="{9C9CADD2-32CC-B1E5-1EC3-BD6C213BDF80}"/>
          </ac:picMkLst>
        </pc:picChg>
        <pc:picChg chg="add del mod">
          <ac:chgData name="Tahoc Wokam, Durrice Lea" userId="d78c891b-178f-45b9-ae2d-0c5dffc246c9" providerId="ADAL" clId="{44089F29-E3CB-4B33-9A98-B68D65CCBB61}" dt="2026-04-10T15:29:29.841" v="1308" actId="478"/>
          <ac:picMkLst>
            <pc:docMk/>
            <pc:sldMk cId="2921704513" sldId="295"/>
            <ac:picMk id="4" creationId="{D8A202C6-C93D-A9F4-F40E-0DF9837289E3}"/>
          </ac:picMkLst>
        </pc:picChg>
        <pc:picChg chg="del">
          <ac:chgData name="Tahoc Wokam, Durrice Lea" userId="d78c891b-178f-45b9-ae2d-0c5dffc246c9" providerId="ADAL" clId="{44089F29-E3CB-4B33-9A98-B68D65CCBB61}" dt="2026-04-10T15:28:43.690" v="1296" actId="478"/>
          <ac:picMkLst>
            <pc:docMk/>
            <pc:sldMk cId="2921704513" sldId="295"/>
            <ac:picMk id="6" creationId="{1F90AC55-3EB6-D36A-D774-BD17761764DA}"/>
          </ac:picMkLst>
        </pc:picChg>
        <pc:picChg chg="add mod">
          <ac:chgData name="Tahoc Wokam, Durrice Lea" userId="d78c891b-178f-45b9-ae2d-0c5dffc246c9" providerId="ADAL" clId="{44089F29-E3CB-4B33-9A98-B68D65CCBB61}" dt="2026-04-10T15:29:39.072" v="1311" actId="14100"/>
          <ac:picMkLst>
            <pc:docMk/>
            <pc:sldMk cId="2921704513" sldId="295"/>
            <ac:picMk id="7" creationId="{EF027C91-F56F-78FF-1DAC-EF80E4E15E6A}"/>
          </ac:picMkLst>
        </pc:picChg>
        <pc:picChg chg="add mod">
          <ac:chgData name="Tahoc Wokam, Durrice Lea" userId="d78c891b-178f-45b9-ae2d-0c5dffc246c9" providerId="ADAL" clId="{44089F29-E3CB-4B33-9A98-B68D65CCBB61}" dt="2026-04-10T15:48:49.566" v="1439" actId="1076"/>
          <ac:picMkLst>
            <pc:docMk/>
            <pc:sldMk cId="2921704513" sldId="295"/>
            <ac:picMk id="12" creationId="{40C60BF8-47FE-269C-9B12-643CA1D6B70B}"/>
          </ac:picMkLst>
        </pc:picChg>
        <pc:picChg chg="del">
          <ac:chgData name="Tahoc Wokam, Durrice Lea" userId="d78c891b-178f-45b9-ae2d-0c5dffc246c9" providerId="ADAL" clId="{44089F29-E3CB-4B33-9A98-B68D65CCBB61}" dt="2026-04-10T15:48:05.558" v="1431" actId="478"/>
          <ac:picMkLst>
            <pc:docMk/>
            <pc:sldMk cId="2921704513" sldId="295"/>
            <ac:picMk id="4098" creationId="{2DE9BAC7-2C68-47CE-8B33-7B1AB5BAF9E8}"/>
          </ac:picMkLst>
        </pc:picChg>
      </pc:sldChg>
      <pc:sldMasterChg chg="setBg modSldLayout">
        <pc:chgData name="Tahoc Wokam, Durrice Lea" userId="d78c891b-178f-45b9-ae2d-0c5dffc246c9" providerId="ADAL" clId="{44089F29-E3CB-4B33-9A98-B68D65CCBB61}" dt="2026-04-10T13:44:04.840" v="250"/>
        <pc:sldMasterMkLst>
          <pc:docMk/>
          <pc:sldMasterMk cId="2556062886" sldId="2147483648"/>
        </pc:sldMasterMkLst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4034138055" sldId="2147483649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1417329833" sldId="2147483650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4267967219" sldId="2147483651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292857748" sldId="2147483652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2142972805" sldId="2147483653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3984528240" sldId="2147483654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19868832" sldId="2147483655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4013409693" sldId="2147483656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2315691374" sldId="2147483657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3048206713" sldId="2147483658"/>
          </pc:sldLayoutMkLst>
        </pc:sldLayoutChg>
        <pc:sldLayoutChg chg="setBg">
          <pc:chgData name="Tahoc Wokam, Durrice Lea" userId="d78c891b-178f-45b9-ae2d-0c5dffc246c9" providerId="ADAL" clId="{44089F29-E3CB-4B33-9A98-B68D65CCBB61}" dt="2026-04-10T13:44:04.840" v="250"/>
          <pc:sldLayoutMkLst>
            <pc:docMk/>
            <pc:sldMasterMk cId="2556062886" sldId="2147483648"/>
            <pc:sldLayoutMk cId="3531055483" sldId="2147483659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3150D9-6145-42EC-ABA5-06268688EA98}" type="doc">
      <dgm:prSet loTypeId="urn:microsoft.com/office/officeart/2008/layout/LinedList" loCatId="list" qsTypeId="urn:microsoft.com/office/officeart/2005/8/quickstyle/simple1" qsCatId="simple" csTypeId="urn:microsoft.com/office/officeart/2005/8/colors/accent6_4" csCatId="accent6" phldr="1"/>
      <dgm:spPr/>
      <dgm:t>
        <a:bodyPr/>
        <a:lstStyle/>
        <a:p>
          <a:endParaRPr lang="en-US"/>
        </a:p>
      </dgm:t>
    </dgm:pt>
    <dgm:pt modelId="{A17DFE2B-448D-4882-9D3D-24E0F773BA56}">
      <dgm:prSet/>
      <dgm:spPr/>
      <dgm:t>
        <a:bodyPr/>
        <a:lstStyle/>
        <a:p>
          <a:r>
            <a:rPr lang="fr-CA" dirty="0"/>
            <a:t>Cadence Design </a:t>
          </a:r>
          <a:r>
            <a:rPr lang="fr-CA" dirty="0" err="1"/>
            <a:t>Systems</a:t>
          </a:r>
          <a:r>
            <a:rPr lang="fr-CA" dirty="0"/>
            <a:t>, </a:t>
          </a:r>
          <a:r>
            <a:rPr lang="fr-CA" i="1" dirty="0"/>
            <a:t>Cadence </a:t>
          </a:r>
          <a:r>
            <a:rPr lang="fr-CA" i="1" dirty="0" err="1"/>
            <a:t>Genus</a:t>
          </a:r>
          <a:r>
            <a:rPr lang="fr-CA" i="1" dirty="0"/>
            <a:t> </a:t>
          </a:r>
          <a:r>
            <a:rPr lang="fr-CA" i="1" dirty="0" err="1"/>
            <a:t>Synthesis</a:t>
          </a:r>
          <a:r>
            <a:rPr lang="fr-CA" i="1" dirty="0"/>
            <a:t> Solution User Guide</a:t>
          </a:r>
          <a:r>
            <a:rPr lang="fr-CA" dirty="0"/>
            <a:t>, </a:t>
          </a:r>
          <a:r>
            <a:rPr lang="fr-CA" i="1" dirty="0"/>
            <a:t>Cadence </a:t>
          </a:r>
          <a:r>
            <a:rPr lang="fr-CA" i="1" dirty="0" err="1"/>
            <a:t>Innovus</a:t>
          </a:r>
          <a:r>
            <a:rPr lang="fr-CA" i="1" dirty="0"/>
            <a:t> </a:t>
          </a:r>
          <a:r>
            <a:rPr lang="fr-CA" i="1" dirty="0" err="1"/>
            <a:t>Implementation</a:t>
          </a:r>
          <a:r>
            <a:rPr lang="fr-CA" i="1" dirty="0"/>
            <a:t> System User Guide</a:t>
          </a:r>
          <a:r>
            <a:rPr lang="fr-CA" dirty="0"/>
            <a:t>, </a:t>
          </a:r>
          <a:r>
            <a:rPr lang="fr-CA" i="1" dirty="0"/>
            <a:t>Cadence </a:t>
          </a:r>
          <a:r>
            <a:rPr lang="fr-CA" i="1" dirty="0" err="1"/>
            <a:t>NCLaunch</a:t>
          </a:r>
          <a:r>
            <a:rPr lang="fr-CA" i="1" dirty="0"/>
            <a:t> and </a:t>
          </a:r>
          <a:r>
            <a:rPr lang="fr-CA" i="1" dirty="0" err="1"/>
            <a:t>NCSim</a:t>
          </a:r>
          <a:r>
            <a:rPr lang="fr-CA" i="1" dirty="0"/>
            <a:t> User </a:t>
          </a:r>
          <a:r>
            <a:rPr lang="fr-CA" i="1" dirty="0" err="1"/>
            <a:t>Manuals</a:t>
          </a:r>
          <a:r>
            <a:rPr lang="fr-CA" dirty="0"/>
            <a:t>, Cadence Design </a:t>
          </a:r>
          <a:r>
            <a:rPr lang="fr-CA" dirty="0" err="1"/>
            <a:t>Systems</a:t>
          </a:r>
          <a:r>
            <a:rPr lang="fr-CA" dirty="0"/>
            <a:t>, San Jose, CA, USA, 2018–2026.</a:t>
          </a:r>
          <a:endParaRPr lang="en-US" dirty="0"/>
        </a:p>
      </dgm:t>
    </dgm:pt>
    <dgm:pt modelId="{279B6E43-8C76-4F5C-8204-F08A55770DB8}" type="parTrans" cxnId="{F73BA28D-D1C2-47F6-AA96-A0FC4534B47E}">
      <dgm:prSet/>
      <dgm:spPr/>
      <dgm:t>
        <a:bodyPr/>
        <a:lstStyle/>
        <a:p>
          <a:endParaRPr lang="en-US"/>
        </a:p>
      </dgm:t>
    </dgm:pt>
    <dgm:pt modelId="{CF5DF110-09E2-473D-8EE5-6BA6A224B264}" type="sibTrans" cxnId="{F73BA28D-D1C2-47F6-AA96-A0FC4534B47E}">
      <dgm:prSet/>
      <dgm:spPr/>
      <dgm:t>
        <a:bodyPr/>
        <a:lstStyle/>
        <a:p>
          <a:endParaRPr lang="en-US"/>
        </a:p>
      </dgm:t>
    </dgm:pt>
    <dgm:pt modelId="{9AD212BC-735A-433B-906E-D19FD167922D}">
      <dgm:prSet/>
      <dgm:spPr/>
      <dgm:t>
        <a:bodyPr/>
        <a:lstStyle/>
        <a:p>
          <a:r>
            <a:rPr lang="fr-CA" dirty="0"/>
            <a:t>TSMC, </a:t>
          </a:r>
          <a:r>
            <a:rPr lang="fr-CA" i="1" dirty="0"/>
            <a:t>TSMC 65 nm CMOS Standard </a:t>
          </a:r>
          <a:r>
            <a:rPr lang="fr-CA" i="1" dirty="0" err="1"/>
            <a:t>Cell</a:t>
          </a:r>
          <a:r>
            <a:rPr lang="fr-CA" i="1" dirty="0"/>
            <a:t> Library (tcbn65gplus): Liberty (.lib), </a:t>
          </a:r>
          <a:r>
            <a:rPr lang="fr-CA" i="1" dirty="0" err="1"/>
            <a:t>Verilog</a:t>
          </a:r>
          <a:r>
            <a:rPr lang="fr-CA" i="1" dirty="0"/>
            <a:t>, and LEF Files Documentation</a:t>
          </a:r>
          <a:r>
            <a:rPr lang="fr-CA" dirty="0"/>
            <a:t>, Taiwan </a:t>
          </a:r>
          <a:r>
            <a:rPr lang="fr-CA" dirty="0" err="1"/>
            <a:t>Semiconductor</a:t>
          </a:r>
          <a:r>
            <a:rPr lang="fr-CA" dirty="0"/>
            <a:t> </a:t>
          </a:r>
          <a:r>
            <a:rPr lang="fr-CA" dirty="0" err="1"/>
            <a:t>Manufacturing</a:t>
          </a:r>
          <a:r>
            <a:rPr lang="fr-CA" dirty="0"/>
            <a:t> </a:t>
          </a:r>
          <a:r>
            <a:rPr lang="fr-CA" dirty="0" err="1"/>
            <a:t>Company</a:t>
          </a:r>
          <a:r>
            <a:rPr lang="fr-CA" dirty="0"/>
            <a:t>, Hsinchu, Taiwan, 2006–2020.</a:t>
          </a:r>
          <a:endParaRPr lang="en-US" dirty="0"/>
        </a:p>
      </dgm:t>
    </dgm:pt>
    <dgm:pt modelId="{498C04AE-7598-4767-AE0A-A2FE1C34F032}" type="parTrans" cxnId="{56D065F0-2F07-4955-9AC6-7B45FCA590E8}">
      <dgm:prSet/>
      <dgm:spPr/>
      <dgm:t>
        <a:bodyPr/>
        <a:lstStyle/>
        <a:p>
          <a:endParaRPr lang="en-US"/>
        </a:p>
      </dgm:t>
    </dgm:pt>
    <dgm:pt modelId="{D0D6922D-60FA-4546-B7CE-8D91D72C96A6}" type="sibTrans" cxnId="{56D065F0-2F07-4955-9AC6-7B45FCA590E8}">
      <dgm:prSet/>
      <dgm:spPr/>
      <dgm:t>
        <a:bodyPr/>
        <a:lstStyle/>
        <a:p>
          <a:endParaRPr lang="en-US"/>
        </a:p>
      </dgm:t>
    </dgm:pt>
    <dgm:pt modelId="{AEFA532D-4792-41CE-8A38-33266288E6F4}">
      <dgm:prSet/>
      <dgm:spPr/>
      <dgm:t>
        <a:bodyPr/>
        <a:lstStyle/>
        <a:p>
          <a:r>
            <a:rPr lang="fr-CA"/>
            <a:t>Université du Québec en Outaouais, Département d’informatique et d’ingénierie, </a:t>
          </a:r>
          <a:r>
            <a:rPr lang="fr-CA" i="1"/>
            <a:t>GEN1333 – Conception de circuits intégrés : Notes de cours, travaux pratiques et projets (TP1 à TP5)</a:t>
          </a:r>
          <a:r>
            <a:rPr lang="fr-CA"/>
            <a:t>, Gatineau, QC, Canada, 2026.</a:t>
          </a:r>
          <a:endParaRPr lang="en-US" dirty="0"/>
        </a:p>
      </dgm:t>
    </dgm:pt>
    <dgm:pt modelId="{22169342-6CDE-4415-900D-7890B45CEA50}" type="parTrans" cxnId="{468E2961-65EE-4A39-BED6-FC99487362A5}">
      <dgm:prSet/>
      <dgm:spPr/>
      <dgm:t>
        <a:bodyPr/>
        <a:lstStyle/>
        <a:p>
          <a:endParaRPr lang="en-US"/>
        </a:p>
      </dgm:t>
    </dgm:pt>
    <dgm:pt modelId="{E1A95561-39AF-43B2-BEC5-C347FB6B3752}" type="sibTrans" cxnId="{468E2961-65EE-4A39-BED6-FC99487362A5}">
      <dgm:prSet/>
      <dgm:spPr/>
      <dgm:t>
        <a:bodyPr/>
        <a:lstStyle/>
        <a:p>
          <a:endParaRPr lang="en-US"/>
        </a:p>
      </dgm:t>
    </dgm:pt>
    <dgm:pt modelId="{47DDCF6B-93B2-4F33-839D-436BD24157C2}">
      <dgm:prSet/>
      <dgm:spPr/>
      <dgm:t>
        <a:bodyPr/>
        <a:lstStyle/>
        <a:p>
          <a:r>
            <a:rPr lang="fr-CA"/>
            <a:t>Institute of Electrical and Electronics Engineers, </a:t>
          </a:r>
          <a:r>
            <a:rPr lang="fr-CA" i="1"/>
            <a:t>IEEE Standard for Standard Delay Format (SDF) for the Electronic Design Process</a:t>
          </a:r>
          <a:r>
            <a:rPr lang="fr-CA"/>
            <a:t>, IEEE Std 1497-2001, 2001.</a:t>
          </a:r>
          <a:endParaRPr lang="en-US" dirty="0"/>
        </a:p>
      </dgm:t>
    </dgm:pt>
    <dgm:pt modelId="{9AB9EC80-24A4-4BBD-AB9F-2D1BAE44A508}" type="parTrans" cxnId="{1D3FACA1-0DED-4E45-A27C-61F9ED706359}">
      <dgm:prSet/>
      <dgm:spPr/>
      <dgm:t>
        <a:bodyPr/>
        <a:lstStyle/>
        <a:p>
          <a:endParaRPr lang="en-US"/>
        </a:p>
      </dgm:t>
    </dgm:pt>
    <dgm:pt modelId="{959E12FE-18E3-48A1-835F-A10442AFEB79}" type="sibTrans" cxnId="{1D3FACA1-0DED-4E45-A27C-61F9ED706359}">
      <dgm:prSet/>
      <dgm:spPr/>
      <dgm:t>
        <a:bodyPr/>
        <a:lstStyle/>
        <a:p>
          <a:endParaRPr lang="en-US"/>
        </a:p>
      </dgm:t>
    </dgm:pt>
    <dgm:pt modelId="{8D92744F-5B95-4E79-ADE6-1C7D6D90C0EF}">
      <dgm:prSet/>
      <dgm:spPr/>
      <dgm:t>
        <a:bodyPr/>
        <a:lstStyle/>
        <a:p>
          <a:r>
            <a:rPr lang="fr-CA"/>
            <a:t>N. H. E. Weste and D. Harris, </a:t>
          </a:r>
          <a:r>
            <a:rPr lang="fr-CA" i="1"/>
            <a:t>CMOS VLSI Design: A Circuits and Systems Perspective</a:t>
          </a:r>
          <a:r>
            <a:rPr lang="fr-CA"/>
            <a:t>, 4th ed., Boston, MA, USA: Addison-Wesley, 2011.</a:t>
          </a:r>
          <a:endParaRPr lang="en-US" dirty="0"/>
        </a:p>
      </dgm:t>
    </dgm:pt>
    <dgm:pt modelId="{B0F1EDD2-0552-44FD-9EF1-0DAC4263C05F}" type="parTrans" cxnId="{ED805750-35F2-48F2-8104-E593E6E3FD5B}">
      <dgm:prSet/>
      <dgm:spPr/>
      <dgm:t>
        <a:bodyPr/>
        <a:lstStyle/>
        <a:p>
          <a:endParaRPr lang="en-US"/>
        </a:p>
      </dgm:t>
    </dgm:pt>
    <dgm:pt modelId="{3DCF78AA-989D-4D28-9929-6576C7583045}" type="sibTrans" cxnId="{ED805750-35F2-48F2-8104-E593E6E3FD5B}">
      <dgm:prSet/>
      <dgm:spPr/>
      <dgm:t>
        <a:bodyPr/>
        <a:lstStyle/>
        <a:p>
          <a:endParaRPr lang="en-US"/>
        </a:p>
      </dgm:t>
    </dgm:pt>
    <dgm:pt modelId="{542A98B9-DEC9-43CA-B532-FA220749A9EF}" type="pres">
      <dgm:prSet presAssocID="{8A3150D9-6145-42EC-ABA5-06268688EA98}" presName="vert0" presStyleCnt="0">
        <dgm:presLayoutVars>
          <dgm:dir/>
          <dgm:animOne val="branch"/>
          <dgm:animLvl val="lvl"/>
        </dgm:presLayoutVars>
      </dgm:prSet>
      <dgm:spPr/>
    </dgm:pt>
    <dgm:pt modelId="{5C2AE1D8-CD6F-4CC7-976F-8C619F961653}" type="pres">
      <dgm:prSet presAssocID="{A17DFE2B-448D-4882-9D3D-24E0F773BA56}" presName="thickLine" presStyleLbl="alignNode1" presStyleIdx="0" presStyleCnt="5"/>
      <dgm:spPr/>
    </dgm:pt>
    <dgm:pt modelId="{E1956449-B9BE-4560-803D-F95A79F5885B}" type="pres">
      <dgm:prSet presAssocID="{A17DFE2B-448D-4882-9D3D-24E0F773BA56}" presName="horz1" presStyleCnt="0"/>
      <dgm:spPr/>
    </dgm:pt>
    <dgm:pt modelId="{A7810ADD-B1DA-4E73-A366-B0DFBD7179B6}" type="pres">
      <dgm:prSet presAssocID="{A17DFE2B-448D-4882-9D3D-24E0F773BA56}" presName="tx1" presStyleLbl="revTx" presStyleIdx="0" presStyleCnt="5"/>
      <dgm:spPr/>
    </dgm:pt>
    <dgm:pt modelId="{704741C7-1556-4DF3-988A-BEE1DB4240CC}" type="pres">
      <dgm:prSet presAssocID="{A17DFE2B-448D-4882-9D3D-24E0F773BA56}" presName="vert1" presStyleCnt="0"/>
      <dgm:spPr/>
    </dgm:pt>
    <dgm:pt modelId="{E99455E3-CEED-45D6-946F-3C5A57D0001A}" type="pres">
      <dgm:prSet presAssocID="{9AD212BC-735A-433B-906E-D19FD167922D}" presName="thickLine" presStyleLbl="alignNode1" presStyleIdx="1" presStyleCnt="5"/>
      <dgm:spPr/>
    </dgm:pt>
    <dgm:pt modelId="{61109FDA-45FD-4188-9E99-AA150A7E03DC}" type="pres">
      <dgm:prSet presAssocID="{9AD212BC-735A-433B-906E-D19FD167922D}" presName="horz1" presStyleCnt="0"/>
      <dgm:spPr/>
    </dgm:pt>
    <dgm:pt modelId="{AA20AC92-4982-41CD-BD04-B30C84678C7A}" type="pres">
      <dgm:prSet presAssocID="{9AD212BC-735A-433B-906E-D19FD167922D}" presName="tx1" presStyleLbl="revTx" presStyleIdx="1" presStyleCnt="5"/>
      <dgm:spPr/>
    </dgm:pt>
    <dgm:pt modelId="{D4539617-083C-4B59-9400-DBDFFEC0B8F0}" type="pres">
      <dgm:prSet presAssocID="{9AD212BC-735A-433B-906E-D19FD167922D}" presName="vert1" presStyleCnt="0"/>
      <dgm:spPr/>
    </dgm:pt>
    <dgm:pt modelId="{69711EFC-E05E-4E77-B36C-6B3F142DD597}" type="pres">
      <dgm:prSet presAssocID="{AEFA532D-4792-41CE-8A38-33266288E6F4}" presName="thickLine" presStyleLbl="alignNode1" presStyleIdx="2" presStyleCnt="5"/>
      <dgm:spPr/>
    </dgm:pt>
    <dgm:pt modelId="{80FF0A95-4C97-4AA9-87EB-807BF00A219D}" type="pres">
      <dgm:prSet presAssocID="{AEFA532D-4792-41CE-8A38-33266288E6F4}" presName="horz1" presStyleCnt="0"/>
      <dgm:spPr/>
    </dgm:pt>
    <dgm:pt modelId="{52297508-2841-4B3A-B072-5631AC9A52BD}" type="pres">
      <dgm:prSet presAssocID="{AEFA532D-4792-41CE-8A38-33266288E6F4}" presName="tx1" presStyleLbl="revTx" presStyleIdx="2" presStyleCnt="5"/>
      <dgm:spPr/>
    </dgm:pt>
    <dgm:pt modelId="{68F0D962-D623-4D22-8E42-020B027D1234}" type="pres">
      <dgm:prSet presAssocID="{AEFA532D-4792-41CE-8A38-33266288E6F4}" presName="vert1" presStyleCnt="0"/>
      <dgm:spPr/>
    </dgm:pt>
    <dgm:pt modelId="{E6B1AFE5-FEC5-40F6-A185-479F6474B404}" type="pres">
      <dgm:prSet presAssocID="{47DDCF6B-93B2-4F33-839D-436BD24157C2}" presName="thickLine" presStyleLbl="alignNode1" presStyleIdx="3" presStyleCnt="5"/>
      <dgm:spPr/>
    </dgm:pt>
    <dgm:pt modelId="{E6A682DA-54E5-461F-A266-F926F4F2F722}" type="pres">
      <dgm:prSet presAssocID="{47DDCF6B-93B2-4F33-839D-436BD24157C2}" presName="horz1" presStyleCnt="0"/>
      <dgm:spPr/>
    </dgm:pt>
    <dgm:pt modelId="{D45C7518-F624-4496-950D-E43E5B4CB06F}" type="pres">
      <dgm:prSet presAssocID="{47DDCF6B-93B2-4F33-839D-436BD24157C2}" presName="tx1" presStyleLbl="revTx" presStyleIdx="3" presStyleCnt="5"/>
      <dgm:spPr/>
    </dgm:pt>
    <dgm:pt modelId="{A0B81845-CE6F-4E67-B3B0-B5BFFAC1789E}" type="pres">
      <dgm:prSet presAssocID="{47DDCF6B-93B2-4F33-839D-436BD24157C2}" presName="vert1" presStyleCnt="0"/>
      <dgm:spPr/>
    </dgm:pt>
    <dgm:pt modelId="{E6F82D6F-309D-47E2-8EDA-BC43A326B9C8}" type="pres">
      <dgm:prSet presAssocID="{8D92744F-5B95-4E79-ADE6-1C7D6D90C0EF}" presName="thickLine" presStyleLbl="alignNode1" presStyleIdx="4" presStyleCnt="5"/>
      <dgm:spPr/>
    </dgm:pt>
    <dgm:pt modelId="{CCDA36E1-9A2A-4DA6-A9DB-0DDBA56C347F}" type="pres">
      <dgm:prSet presAssocID="{8D92744F-5B95-4E79-ADE6-1C7D6D90C0EF}" presName="horz1" presStyleCnt="0"/>
      <dgm:spPr/>
    </dgm:pt>
    <dgm:pt modelId="{EB939D0D-EF69-4BDD-BF74-FCAC411F599F}" type="pres">
      <dgm:prSet presAssocID="{8D92744F-5B95-4E79-ADE6-1C7D6D90C0EF}" presName="tx1" presStyleLbl="revTx" presStyleIdx="4" presStyleCnt="5"/>
      <dgm:spPr/>
    </dgm:pt>
    <dgm:pt modelId="{075D1589-C95B-4A71-9B66-BCA83B55D1EC}" type="pres">
      <dgm:prSet presAssocID="{8D92744F-5B95-4E79-ADE6-1C7D6D90C0EF}" presName="vert1" presStyleCnt="0"/>
      <dgm:spPr/>
    </dgm:pt>
  </dgm:ptLst>
  <dgm:cxnLst>
    <dgm:cxn modelId="{CD0FE81E-7E96-4483-903D-079128564BBE}" type="presOf" srcId="{8D92744F-5B95-4E79-ADE6-1C7D6D90C0EF}" destId="{EB939D0D-EF69-4BDD-BF74-FCAC411F599F}" srcOrd="0" destOrd="0" presId="urn:microsoft.com/office/officeart/2008/layout/LinedList"/>
    <dgm:cxn modelId="{468E2961-65EE-4A39-BED6-FC99487362A5}" srcId="{8A3150D9-6145-42EC-ABA5-06268688EA98}" destId="{AEFA532D-4792-41CE-8A38-33266288E6F4}" srcOrd="2" destOrd="0" parTransId="{22169342-6CDE-4415-900D-7890B45CEA50}" sibTransId="{E1A95561-39AF-43B2-BEC5-C347FB6B3752}"/>
    <dgm:cxn modelId="{EC02E36D-0C68-4359-B3FD-CAEED634EC4C}" type="presOf" srcId="{47DDCF6B-93B2-4F33-839D-436BD24157C2}" destId="{D45C7518-F624-4496-950D-E43E5B4CB06F}" srcOrd="0" destOrd="0" presId="urn:microsoft.com/office/officeart/2008/layout/LinedList"/>
    <dgm:cxn modelId="{ED805750-35F2-48F2-8104-E593E6E3FD5B}" srcId="{8A3150D9-6145-42EC-ABA5-06268688EA98}" destId="{8D92744F-5B95-4E79-ADE6-1C7D6D90C0EF}" srcOrd="4" destOrd="0" parTransId="{B0F1EDD2-0552-44FD-9EF1-0DAC4263C05F}" sibTransId="{3DCF78AA-989D-4D28-9929-6576C7583045}"/>
    <dgm:cxn modelId="{A3942C74-A0D6-42BF-A2FE-BB7990A0A6F6}" type="presOf" srcId="{AEFA532D-4792-41CE-8A38-33266288E6F4}" destId="{52297508-2841-4B3A-B072-5631AC9A52BD}" srcOrd="0" destOrd="0" presId="urn:microsoft.com/office/officeart/2008/layout/LinedList"/>
    <dgm:cxn modelId="{5DB0F575-69DE-4286-9C0A-07B5317FE8D7}" type="presOf" srcId="{9AD212BC-735A-433B-906E-D19FD167922D}" destId="{AA20AC92-4982-41CD-BD04-B30C84678C7A}" srcOrd="0" destOrd="0" presId="urn:microsoft.com/office/officeart/2008/layout/LinedList"/>
    <dgm:cxn modelId="{F73BA28D-D1C2-47F6-AA96-A0FC4534B47E}" srcId="{8A3150D9-6145-42EC-ABA5-06268688EA98}" destId="{A17DFE2B-448D-4882-9D3D-24E0F773BA56}" srcOrd="0" destOrd="0" parTransId="{279B6E43-8C76-4F5C-8204-F08A55770DB8}" sibTransId="{CF5DF110-09E2-473D-8EE5-6BA6A224B264}"/>
    <dgm:cxn modelId="{89709891-72A4-411D-9738-C3689C8EE65F}" type="presOf" srcId="{A17DFE2B-448D-4882-9D3D-24E0F773BA56}" destId="{A7810ADD-B1DA-4E73-A366-B0DFBD7179B6}" srcOrd="0" destOrd="0" presId="urn:microsoft.com/office/officeart/2008/layout/LinedList"/>
    <dgm:cxn modelId="{0D615192-7713-4787-91F9-2FDDB268B7A9}" type="presOf" srcId="{8A3150D9-6145-42EC-ABA5-06268688EA98}" destId="{542A98B9-DEC9-43CA-B532-FA220749A9EF}" srcOrd="0" destOrd="0" presId="urn:microsoft.com/office/officeart/2008/layout/LinedList"/>
    <dgm:cxn modelId="{1D3FACA1-0DED-4E45-A27C-61F9ED706359}" srcId="{8A3150D9-6145-42EC-ABA5-06268688EA98}" destId="{47DDCF6B-93B2-4F33-839D-436BD24157C2}" srcOrd="3" destOrd="0" parTransId="{9AB9EC80-24A4-4BBD-AB9F-2D1BAE44A508}" sibTransId="{959E12FE-18E3-48A1-835F-A10442AFEB79}"/>
    <dgm:cxn modelId="{56D065F0-2F07-4955-9AC6-7B45FCA590E8}" srcId="{8A3150D9-6145-42EC-ABA5-06268688EA98}" destId="{9AD212BC-735A-433B-906E-D19FD167922D}" srcOrd="1" destOrd="0" parTransId="{498C04AE-7598-4767-AE0A-A2FE1C34F032}" sibTransId="{D0D6922D-60FA-4546-B7CE-8D91D72C96A6}"/>
    <dgm:cxn modelId="{B734611B-8062-41C7-B5B5-212D01CEE2B5}" type="presParOf" srcId="{542A98B9-DEC9-43CA-B532-FA220749A9EF}" destId="{5C2AE1D8-CD6F-4CC7-976F-8C619F961653}" srcOrd="0" destOrd="0" presId="urn:microsoft.com/office/officeart/2008/layout/LinedList"/>
    <dgm:cxn modelId="{F0714D3B-61F2-4B8E-90DF-B7A22552FF2F}" type="presParOf" srcId="{542A98B9-DEC9-43CA-B532-FA220749A9EF}" destId="{E1956449-B9BE-4560-803D-F95A79F5885B}" srcOrd="1" destOrd="0" presId="urn:microsoft.com/office/officeart/2008/layout/LinedList"/>
    <dgm:cxn modelId="{F3BB844E-106D-443B-9922-DC75C03AE1BA}" type="presParOf" srcId="{E1956449-B9BE-4560-803D-F95A79F5885B}" destId="{A7810ADD-B1DA-4E73-A366-B0DFBD7179B6}" srcOrd="0" destOrd="0" presId="urn:microsoft.com/office/officeart/2008/layout/LinedList"/>
    <dgm:cxn modelId="{B740878F-C34D-4AF0-BD38-12ED87ADA0C1}" type="presParOf" srcId="{E1956449-B9BE-4560-803D-F95A79F5885B}" destId="{704741C7-1556-4DF3-988A-BEE1DB4240CC}" srcOrd="1" destOrd="0" presId="urn:microsoft.com/office/officeart/2008/layout/LinedList"/>
    <dgm:cxn modelId="{A4B2F69A-39EC-45F3-B57D-19821F8913E1}" type="presParOf" srcId="{542A98B9-DEC9-43CA-B532-FA220749A9EF}" destId="{E99455E3-CEED-45D6-946F-3C5A57D0001A}" srcOrd="2" destOrd="0" presId="urn:microsoft.com/office/officeart/2008/layout/LinedList"/>
    <dgm:cxn modelId="{5DEE9045-8818-4D56-A5D7-04B174031C9F}" type="presParOf" srcId="{542A98B9-DEC9-43CA-B532-FA220749A9EF}" destId="{61109FDA-45FD-4188-9E99-AA150A7E03DC}" srcOrd="3" destOrd="0" presId="urn:microsoft.com/office/officeart/2008/layout/LinedList"/>
    <dgm:cxn modelId="{6A44D877-4105-448B-ADE2-3DDA96BE123C}" type="presParOf" srcId="{61109FDA-45FD-4188-9E99-AA150A7E03DC}" destId="{AA20AC92-4982-41CD-BD04-B30C84678C7A}" srcOrd="0" destOrd="0" presId="urn:microsoft.com/office/officeart/2008/layout/LinedList"/>
    <dgm:cxn modelId="{AC3E285F-6AEA-4C73-8C22-0CDC7513FAF0}" type="presParOf" srcId="{61109FDA-45FD-4188-9E99-AA150A7E03DC}" destId="{D4539617-083C-4B59-9400-DBDFFEC0B8F0}" srcOrd="1" destOrd="0" presId="urn:microsoft.com/office/officeart/2008/layout/LinedList"/>
    <dgm:cxn modelId="{3874C43F-507F-4F01-AF9D-B3613410EF17}" type="presParOf" srcId="{542A98B9-DEC9-43CA-B532-FA220749A9EF}" destId="{69711EFC-E05E-4E77-B36C-6B3F142DD597}" srcOrd="4" destOrd="0" presId="urn:microsoft.com/office/officeart/2008/layout/LinedList"/>
    <dgm:cxn modelId="{E4CCE899-4775-45CA-91A5-DA4A02256CE6}" type="presParOf" srcId="{542A98B9-DEC9-43CA-B532-FA220749A9EF}" destId="{80FF0A95-4C97-4AA9-87EB-807BF00A219D}" srcOrd="5" destOrd="0" presId="urn:microsoft.com/office/officeart/2008/layout/LinedList"/>
    <dgm:cxn modelId="{B1F0745B-22E2-4CC9-9B00-1EE057BDC6C4}" type="presParOf" srcId="{80FF0A95-4C97-4AA9-87EB-807BF00A219D}" destId="{52297508-2841-4B3A-B072-5631AC9A52BD}" srcOrd="0" destOrd="0" presId="urn:microsoft.com/office/officeart/2008/layout/LinedList"/>
    <dgm:cxn modelId="{2C9296FF-D696-4120-9A53-65113BC38714}" type="presParOf" srcId="{80FF0A95-4C97-4AA9-87EB-807BF00A219D}" destId="{68F0D962-D623-4D22-8E42-020B027D1234}" srcOrd="1" destOrd="0" presId="urn:microsoft.com/office/officeart/2008/layout/LinedList"/>
    <dgm:cxn modelId="{A105D231-341C-42C4-93DE-1BF262539FA6}" type="presParOf" srcId="{542A98B9-DEC9-43CA-B532-FA220749A9EF}" destId="{E6B1AFE5-FEC5-40F6-A185-479F6474B404}" srcOrd="6" destOrd="0" presId="urn:microsoft.com/office/officeart/2008/layout/LinedList"/>
    <dgm:cxn modelId="{A634E957-DFC1-4D94-A939-A0B196685B9F}" type="presParOf" srcId="{542A98B9-DEC9-43CA-B532-FA220749A9EF}" destId="{E6A682DA-54E5-461F-A266-F926F4F2F722}" srcOrd="7" destOrd="0" presId="urn:microsoft.com/office/officeart/2008/layout/LinedList"/>
    <dgm:cxn modelId="{2018524C-2219-4075-9624-3A489E17B367}" type="presParOf" srcId="{E6A682DA-54E5-461F-A266-F926F4F2F722}" destId="{D45C7518-F624-4496-950D-E43E5B4CB06F}" srcOrd="0" destOrd="0" presId="urn:microsoft.com/office/officeart/2008/layout/LinedList"/>
    <dgm:cxn modelId="{F50B73BC-58DE-4087-B54E-7CA214695EFA}" type="presParOf" srcId="{E6A682DA-54E5-461F-A266-F926F4F2F722}" destId="{A0B81845-CE6F-4E67-B3B0-B5BFFAC1789E}" srcOrd="1" destOrd="0" presId="urn:microsoft.com/office/officeart/2008/layout/LinedList"/>
    <dgm:cxn modelId="{DC593B60-D123-4D5B-9BDC-6A41A258A542}" type="presParOf" srcId="{542A98B9-DEC9-43CA-B532-FA220749A9EF}" destId="{E6F82D6F-309D-47E2-8EDA-BC43A326B9C8}" srcOrd="8" destOrd="0" presId="urn:microsoft.com/office/officeart/2008/layout/LinedList"/>
    <dgm:cxn modelId="{676EF157-4CF9-4319-84A5-DC538A13AD26}" type="presParOf" srcId="{542A98B9-DEC9-43CA-B532-FA220749A9EF}" destId="{CCDA36E1-9A2A-4DA6-A9DB-0DDBA56C347F}" srcOrd="9" destOrd="0" presId="urn:microsoft.com/office/officeart/2008/layout/LinedList"/>
    <dgm:cxn modelId="{A3552450-92DC-4B7F-A81C-CF99860613EF}" type="presParOf" srcId="{CCDA36E1-9A2A-4DA6-A9DB-0DDBA56C347F}" destId="{EB939D0D-EF69-4BDD-BF74-FCAC411F599F}" srcOrd="0" destOrd="0" presId="urn:microsoft.com/office/officeart/2008/layout/LinedList"/>
    <dgm:cxn modelId="{28D78CB0-3A20-4729-A78F-C619F69AC9EA}" type="presParOf" srcId="{CCDA36E1-9A2A-4DA6-A9DB-0DDBA56C347F}" destId="{075D1589-C95B-4A71-9B66-BCA83B55D1E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AE1D8-CD6F-4CC7-976F-8C619F961653}">
      <dsp:nvSpPr>
        <dsp:cNvPr id="0" name=""/>
        <dsp:cNvSpPr/>
      </dsp:nvSpPr>
      <dsp:spPr>
        <a:xfrm>
          <a:off x="0" y="588"/>
          <a:ext cx="6734014" cy="0"/>
        </a:xfrm>
        <a:prstGeom prst="line">
          <a:avLst/>
        </a:prstGeom>
        <a:solidFill>
          <a:schemeClr val="accent6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10ADD-B1DA-4E73-A366-B0DFBD7179B6}">
      <dsp:nvSpPr>
        <dsp:cNvPr id="0" name=""/>
        <dsp:cNvSpPr/>
      </dsp:nvSpPr>
      <dsp:spPr>
        <a:xfrm>
          <a:off x="0" y="588"/>
          <a:ext cx="6734014" cy="964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Cadence Design </a:t>
          </a:r>
          <a:r>
            <a:rPr lang="fr-CA" sz="1500" kern="1200" dirty="0" err="1"/>
            <a:t>Systems</a:t>
          </a:r>
          <a:r>
            <a:rPr lang="fr-CA" sz="1500" kern="1200" dirty="0"/>
            <a:t>, </a:t>
          </a:r>
          <a:r>
            <a:rPr lang="fr-CA" sz="1500" i="1" kern="1200" dirty="0"/>
            <a:t>Cadence </a:t>
          </a:r>
          <a:r>
            <a:rPr lang="fr-CA" sz="1500" i="1" kern="1200" dirty="0" err="1"/>
            <a:t>Genus</a:t>
          </a:r>
          <a:r>
            <a:rPr lang="fr-CA" sz="1500" i="1" kern="1200" dirty="0"/>
            <a:t> </a:t>
          </a:r>
          <a:r>
            <a:rPr lang="fr-CA" sz="1500" i="1" kern="1200" dirty="0" err="1"/>
            <a:t>Synthesis</a:t>
          </a:r>
          <a:r>
            <a:rPr lang="fr-CA" sz="1500" i="1" kern="1200" dirty="0"/>
            <a:t> Solution User Guide</a:t>
          </a:r>
          <a:r>
            <a:rPr lang="fr-CA" sz="1500" kern="1200" dirty="0"/>
            <a:t>, </a:t>
          </a:r>
          <a:r>
            <a:rPr lang="fr-CA" sz="1500" i="1" kern="1200" dirty="0"/>
            <a:t>Cadence </a:t>
          </a:r>
          <a:r>
            <a:rPr lang="fr-CA" sz="1500" i="1" kern="1200" dirty="0" err="1"/>
            <a:t>Innovus</a:t>
          </a:r>
          <a:r>
            <a:rPr lang="fr-CA" sz="1500" i="1" kern="1200" dirty="0"/>
            <a:t> </a:t>
          </a:r>
          <a:r>
            <a:rPr lang="fr-CA" sz="1500" i="1" kern="1200" dirty="0" err="1"/>
            <a:t>Implementation</a:t>
          </a:r>
          <a:r>
            <a:rPr lang="fr-CA" sz="1500" i="1" kern="1200" dirty="0"/>
            <a:t> System User Guide</a:t>
          </a:r>
          <a:r>
            <a:rPr lang="fr-CA" sz="1500" kern="1200" dirty="0"/>
            <a:t>, </a:t>
          </a:r>
          <a:r>
            <a:rPr lang="fr-CA" sz="1500" i="1" kern="1200" dirty="0"/>
            <a:t>Cadence </a:t>
          </a:r>
          <a:r>
            <a:rPr lang="fr-CA" sz="1500" i="1" kern="1200" dirty="0" err="1"/>
            <a:t>NCLaunch</a:t>
          </a:r>
          <a:r>
            <a:rPr lang="fr-CA" sz="1500" i="1" kern="1200" dirty="0"/>
            <a:t> and </a:t>
          </a:r>
          <a:r>
            <a:rPr lang="fr-CA" sz="1500" i="1" kern="1200" dirty="0" err="1"/>
            <a:t>NCSim</a:t>
          </a:r>
          <a:r>
            <a:rPr lang="fr-CA" sz="1500" i="1" kern="1200" dirty="0"/>
            <a:t> User </a:t>
          </a:r>
          <a:r>
            <a:rPr lang="fr-CA" sz="1500" i="1" kern="1200" dirty="0" err="1"/>
            <a:t>Manuals</a:t>
          </a:r>
          <a:r>
            <a:rPr lang="fr-CA" sz="1500" kern="1200" dirty="0"/>
            <a:t>, Cadence Design </a:t>
          </a:r>
          <a:r>
            <a:rPr lang="fr-CA" sz="1500" kern="1200" dirty="0" err="1"/>
            <a:t>Systems</a:t>
          </a:r>
          <a:r>
            <a:rPr lang="fr-CA" sz="1500" kern="1200" dirty="0"/>
            <a:t>, San Jose, CA, USA, 2018–2026.</a:t>
          </a:r>
          <a:endParaRPr lang="en-US" sz="1500" kern="1200" dirty="0"/>
        </a:p>
      </dsp:txBody>
      <dsp:txXfrm>
        <a:off x="0" y="588"/>
        <a:ext cx="6734014" cy="964426"/>
      </dsp:txXfrm>
    </dsp:sp>
    <dsp:sp modelId="{E99455E3-CEED-45D6-946F-3C5A57D0001A}">
      <dsp:nvSpPr>
        <dsp:cNvPr id="0" name=""/>
        <dsp:cNvSpPr/>
      </dsp:nvSpPr>
      <dsp:spPr>
        <a:xfrm>
          <a:off x="0" y="965014"/>
          <a:ext cx="6734014" cy="0"/>
        </a:xfrm>
        <a:prstGeom prst="line">
          <a:avLst/>
        </a:prstGeom>
        <a:solidFill>
          <a:schemeClr val="accent6">
            <a:shade val="50000"/>
            <a:hueOff val="166347"/>
            <a:satOff val="-13045"/>
            <a:lumOff val="18948"/>
            <a:alphaOff val="0"/>
          </a:schemeClr>
        </a:solidFill>
        <a:ln w="19050" cap="flat" cmpd="sng" algn="ctr">
          <a:solidFill>
            <a:schemeClr val="accent6">
              <a:shade val="50000"/>
              <a:hueOff val="166347"/>
              <a:satOff val="-13045"/>
              <a:lumOff val="189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20AC92-4982-41CD-BD04-B30C84678C7A}">
      <dsp:nvSpPr>
        <dsp:cNvPr id="0" name=""/>
        <dsp:cNvSpPr/>
      </dsp:nvSpPr>
      <dsp:spPr>
        <a:xfrm>
          <a:off x="0" y="965014"/>
          <a:ext cx="6734014" cy="964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 dirty="0"/>
            <a:t>TSMC, </a:t>
          </a:r>
          <a:r>
            <a:rPr lang="fr-CA" sz="1500" i="1" kern="1200" dirty="0"/>
            <a:t>TSMC 65 nm CMOS Standard </a:t>
          </a:r>
          <a:r>
            <a:rPr lang="fr-CA" sz="1500" i="1" kern="1200" dirty="0" err="1"/>
            <a:t>Cell</a:t>
          </a:r>
          <a:r>
            <a:rPr lang="fr-CA" sz="1500" i="1" kern="1200" dirty="0"/>
            <a:t> Library (tcbn65gplus): Liberty (.lib), </a:t>
          </a:r>
          <a:r>
            <a:rPr lang="fr-CA" sz="1500" i="1" kern="1200" dirty="0" err="1"/>
            <a:t>Verilog</a:t>
          </a:r>
          <a:r>
            <a:rPr lang="fr-CA" sz="1500" i="1" kern="1200" dirty="0"/>
            <a:t>, and LEF Files Documentation</a:t>
          </a:r>
          <a:r>
            <a:rPr lang="fr-CA" sz="1500" kern="1200" dirty="0"/>
            <a:t>, Taiwan </a:t>
          </a:r>
          <a:r>
            <a:rPr lang="fr-CA" sz="1500" kern="1200" dirty="0" err="1"/>
            <a:t>Semiconductor</a:t>
          </a:r>
          <a:r>
            <a:rPr lang="fr-CA" sz="1500" kern="1200" dirty="0"/>
            <a:t> </a:t>
          </a:r>
          <a:r>
            <a:rPr lang="fr-CA" sz="1500" kern="1200" dirty="0" err="1"/>
            <a:t>Manufacturing</a:t>
          </a:r>
          <a:r>
            <a:rPr lang="fr-CA" sz="1500" kern="1200" dirty="0"/>
            <a:t> </a:t>
          </a:r>
          <a:r>
            <a:rPr lang="fr-CA" sz="1500" kern="1200" dirty="0" err="1"/>
            <a:t>Company</a:t>
          </a:r>
          <a:r>
            <a:rPr lang="fr-CA" sz="1500" kern="1200" dirty="0"/>
            <a:t>, Hsinchu, Taiwan, 2006–2020.</a:t>
          </a:r>
          <a:endParaRPr lang="en-US" sz="1500" kern="1200" dirty="0"/>
        </a:p>
      </dsp:txBody>
      <dsp:txXfrm>
        <a:off x="0" y="965014"/>
        <a:ext cx="6734014" cy="964426"/>
      </dsp:txXfrm>
    </dsp:sp>
    <dsp:sp modelId="{69711EFC-E05E-4E77-B36C-6B3F142DD597}">
      <dsp:nvSpPr>
        <dsp:cNvPr id="0" name=""/>
        <dsp:cNvSpPr/>
      </dsp:nvSpPr>
      <dsp:spPr>
        <a:xfrm>
          <a:off x="0" y="1929440"/>
          <a:ext cx="6734014" cy="0"/>
        </a:xfrm>
        <a:prstGeom prst="line">
          <a:avLst/>
        </a:prstGeom>
        <a:solidFill>
          <a:schemeClr val="accent6">
            <a:shade val="50000"/>
            <a:hueOff val="332694"/>
            <a:satOff val="-26090"/>
            <a:lumOff val="37895"/>
            <a:alphaOff val="0"/>
          </a:schemeClr>
        </a:solidFill>
        <a:ln w="19050" cap="flat" cmpd="sng" algn="ctr">
          <a:solidFill>
            <a:schemeClr val="accent6">
              <a:shade val="50000"/>
              <a:hueOff val="332694"/>
              <a:satOff val="-26090"/>
              <a:lumOff val="378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297508-2841-4B3A-B072-5631AC9A52BD}">
      <dsp:nvSpPr>
        <dsp:cNvPr id="0" name=""/>
        <dsp:cNvSpPr/>
      </dsp:nvSpPr>
      <dsp:spPr>
        <a:xfrm>
          <a:off x="0" y="1929440"/>
          <a:ext cx="6734014" cy="964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/>
            <a:t>Université du Québec en Outaouais, Département d’informatique et d’ingénierie, </a:t>
          </a:r>
          <a:r>
            <a:rPr lang="fr-CA" sz="1500" i="1" kern="1200"/>
            <a:t>GEN1333 – Conception de circuits intégrés : Notes de cours, travaux pratiques et projets (TP1 à TP5)</a:t>
          </a:r>
          <a:r>
            <a:rPr lang="fr-CA" sz="1500" kern="1200"/>
            <a:t>, Gatineau, QC, Canada, 2026.</a:t>
          </a:r>
          <a:endParaRPr lang="en-US" sz="1500" kern="1200" dirty="0"/>
        </a:p>
      </dsp:txBody>
      <dsp:txXfrm>
        <a:off x="0" y="1929440"/>
        <a:ext cx="6734014" cy="964426"/>
      </dsp:txXfrm>
    </dsp:sp>
    <dsp:sp modelId="{E6B1AFE5-FEC5-40F6-A185-479F6474B404}">
      <dsp:nvSpPr>
        <dsp:cNvPr id="0" name=""/>
        <dsp:cNvSpPr/>
      </dsp:nvSpPr>
      <dsp:spPr>
        <a:xfrm>
          <a:off x="0" y="2893867"/>
          <a:ext cx="6734014" cy="0"/>
        </a:xfrm>
        <a:prstGeom prst="line">
          <a:avLst/>
        </a:prstGeom>
        <a:solidFill>
          <a:schemeClr val="accent6">
            <a:shade val="50000"/>
            <a:hueOff val="332694"/>
            <a:satOff val="-26090"/>
            <a:lumOff val="37895"/>
            <a:alphaOff val="0"/>
          </a:schemeClr>
        </a:solidFill>
        <a:ln w="19050" cap="flat" cmpd="sng" algn="ctr">
          <a:solidFill>
            <a:schemeClr val="accent6">
              <a:shade val="50000"/>
              <a:hueOff val="332694"/>
              <a:satOff val="-26090"/>
              <a:lumOff val="378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5C7518-F624-4496-950D-E43E5B4CB06F}">
      <dsp:nvSpPr>
        <dsp:cNvPr id="0" name=""/>
        <dsp:cNvSpPr/>
      </dsp:nvSpPr>
      <dsp:spPr>
        <a:xfrm>
          <a:off x="0" y="2893867"/>
          <a:ext cx="6734014" cy="964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/>
            <a:t>Institute of Electrical and Electronics Engineers, </a:t>
          </a:r>
          <a:r>
            <a:rPr lang="fr-CA" sz="1500" i="1" kern="1200"/>
            <a:t>IEEE Standard for Standard Delay Format (SDF) for the Electronic Design Process</a:t>
          </a:r>
          <a:r>
            <a:rPr lang="fr-CA" sz="1500" kern="1200"/>
            <a:t>, IEEE Std 1497-2001, 2001.</a:t>
          </a:r>
          <a:endParaRPr lang="en-US" sz="1500" kern="1200" dirty="0"/>
        </a:p>
      </dsp:txBody>
      <dsp:txXfrm>
        <a:off x="0" y="2893867"/>
        <a:ext cx="6734014" cy="964426"/>
      </dsp:txXfrm>
    </dsp:sp>
    <dsp:sp modelId="{E6F82D6F-309D-47E2-8EDA-BC43A326B9C8}">
      <dsp:nvSpPr>
        <dsp:cNvPr id="0" name=""/>
        <dsp:cNvSpPr/>
      </dsp:nvSpPr>
      <dsp:spPr>
        <a:xfrm>
          <a:off x="0" y="3858293"/>
          <a:ext cx="6734014" cy="0"/>
        </a:xfrm>
        <a:prstGeom prst="line">
          <a:avLst/>
        </a:prstGeom>
        <a:solidFill>
          <a:schemeClr val="accent6">
            <a:shade val="50000"/>
            <a:hueOff val="166347"/>
            <a:satOff val="-13045"/>
            <a:lumOff val="18948"/>
            <a:alphaOff val="0"/>
          </a:schemeClr>
        </a:solidFill>
        <a:ln w="19050" cap="flat" cmpd="sng" algn="ctr">
          <a:solidFill>
            <a:schemeClr val="accent6">
              <a:shade val="50000"/>
              <a:hueOff val="166347"/>
              <a:satOff val="-13045"/>
              <a:lumOff val="1894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39D0D-EF69-4BDD-BF74-FCAC411F599F}">
      <dsp:nvSpPr>
        <dsp:cNvPr id="0" name=""/>
        <dsp:cNvSpPr/>
      </dsp:nvSpPr>
      <dsp:spPr>
        <a:xfrm>
          <a:off x="0" y="3858293"/>
          <a:ext cx="6734014" cy="9644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/>
            <a:t>N. H. E. Weste and D. Harris, </a:t>
          </a:r>
          <a:r>
            <a:rPr lang="fr-CA" sz="1500" i="1" kern="1200"/>
            <a:t>CMOS VLSI Design: A Circuits and Systems Perspective</a:t>
          </a:r>
          <a:r>
            <a:rPr lang="fr-CA" sz="1500" kern="1200"/>
            <a:t>, 4th ed., Boston, MA, USA: Addison-Wesley, 2011.</a:t>
          </a:r>
          <a:endParaRPr lang="en-US" sz="1500" kern="1200" dirty="0"/>
        </a:p>
      </dsp:txBody>
      <dsp:txXfrm>
        <a:off x="0" y="3858293"/>
        <a:ext cx="6734014" cy="9644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D0A9F4-9362-CA6E-A95E-E131E27959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398129-F61F-7659-4918-C354971F3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391F38-9864-629D-8CAF-17817EF5C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857713A-B914-6B0D-4E4B-F2D5A3D3A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77C0D30-6B41-051D-AC57-548F9ADFA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34138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67CF10-2224-B444-B843-011CEE879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C2A1EFD-8929-34EB-F22E-AD2CC5C7C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ACE5A0-48CC-1A10-EB8C-91E0FC157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40D578-11E9-0CE1-F171-B4A8D052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5A8FCA5-1C76-32CB-B9DA-D2AF4739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7329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9B31E0-24C3-DF14-A16B-25D4C2EF2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05FF13A-3A89-7ED6-1FD9-45F37D426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DE64C8-E3A1-D09C-BC51-9EF53DD5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4D3FD15-9790-0B2B-4F85-3F7CAE327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5E0805-B174-1AAC-F586-6827526F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796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5AA676-4353-7D7F-ECB6-DFF085298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877CCF-55D0-1D53-439C-64E0572EF8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8D45B90-BD04-D13D-26AE-7D160A8454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406A932-B55B-C6C1-A2D2-586DE167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34BB362-9E91-5CE6-76FA-77D71CB4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C23A1A-FA5C-066E-B474-B7127BADA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2857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406054-AE37-546E-22CA-30229EC1E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08775DC-0BF6-6292-6AA0-599DD6D66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C9A633-3930-D21B-A276-8E0F474C73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2AB3329C-FCCA-3CAF-7CCC-6F8E76847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EF3F401-3803-535F-5E0E-2797206F3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4D38B6D-A00E-A890-6F1B-61AA428D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BB2D3C7-03C7-B492-E784-BE6F74131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6E3ACE7-E112-9F89-8EC7-E861B8937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2972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061B46-BC6C-5B26-A85C-648DFF2BE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13209C1-8E0E-ECEF-21FD-A9E0F5539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2FF1E82-3F7C-04A8-F040-D43967EF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55BC93-6046-CECE-1011-FC8939B14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452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14D91BC-E0B6-8F17-6275-3D8744E64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4EF8A24-A0BE-1776-84F8-FCEF53F3D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0B895D-CE5D-3C3B-72B8-69231D4F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6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892834-0DB3-C2B2-E648-74980D32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0B1973-550F-5951-3828-66919468E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0ABB982-6D76-B503-4C82-2ED430FF4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40694D3-1D9F-9F72-8619-6731877A2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9D05AB-B7C0-3249-2EDB-A42BD592B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0DF612D-B682-C665-C67D-8C38CAB1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3409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CD054B-2942-8F49-2A21-51790F30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B4B2D2A-6CF1-B7B7-4A6A-07EAC57399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39CB085-BDE2-D798-198D-C2B62B764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722D13-8A14-3A05-8E10-731BDE83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BE2BDA8-B85B-6F3D-E5C3-6CF86217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238F12-B9EF-9054-B168-9447BCE7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5691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57B4E2-F6BD-755D-30A0-7B35D6291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FDB6CFA-5711-4868-4689-0041BCA6B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805D92F-BF3E-BFA4-9FC9-4F95029B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4A2FE7-6F95-7B61-291E-C98CF584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7DAE428-3A96-BDE6-3CF9-CC9CC1E8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48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B73658E4-49F0-96D4-65CA-95C25D6FD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3A48B2F-45BC-568C-676E-11D83757E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14D06C-493A-A8A9-B59D-E0650E83D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CD5D62-1DA7-B7B3-F55A-4DC51211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73F79D1-BC69-80BF-0131-403B2BA43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3105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3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D08D991-67F8-63B7-B1EB-EC455F9C9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362E44D-E493-1DC6-F9DE-5D7907E448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F376CE-A9E8-86D7-AA6D-00878CEC1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B7E-03B2-446D-BFC9-CEC696B012DD}" type="datetimeFigureOut">
              <a:rPr lang="fr-CA" smtClean="0"/>
              <a:t>2026-04-10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CE4CC43-5445-C176-3EC0-0C571013E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3F250-A884-4D82-813D-83C1C500D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602B2-7C66-429E-8696-774CF17C919E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556062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8336690A-2852-87BE-D288-6C3A313DA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2920" y="2938715"/>
            <a:ext cx="5055335" cy="3103592"/>
          </a:xfrm>
          <a:prstGeom prst="rect">
            <a:avLst/>
          </a:prstGeom>
        </p:spPr>
      </p:pic>
      <p:pic>
        <p:nvPicPr>
          <p:cNvPr id="7" name="Image 6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546EEFBF-BE1A-8821-E823-5494FF1F7B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4702" y="123381"/>
            <a:ext cx="3578187" cy="1322734"/>
          </a:xfrm>
          <a:prstGeom prst="rect">
            <a:avLst/>
          </a:prstGeom>
        </p:spPr>
      </p:pic>
      <p:pic>
        <p:nvPicPr>
          <p:cNvPr id="9" name="Image 8" descr="Une image contenant texte, Police, blanc, capture d’écran&#10;&#10;Description générée automatiquement">
            <a:extLst>
              <a:ext uri="{FF2B5EF4-FFF2-40B4-BE49-F238E27FC236}">
                <a16:creationId xmlns:a16="http://schemas.microsoft.com/office/drawing/2014/main" id="{932BAFC5-0D54-629A-862F-328CECD80CF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44" b="23535"/>
          <a:stretch/>
        </p:blipFill>
        <p:spPr>
          <a:xfrm>
            <a:off x="2526891" y="0"/>
            <a:ext cx="2380161" cy="1327355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7603F04-20D6-5F1D-DA56-ED52DC68D62F}"/>
              </a:ext>
            </a:extLst>
          </p:cNvPr>
          <p:cNvCxnSpPr/>
          <p:nvPr/>
        </p:nvCxnSpPr>
        <p:spPr>
          <a:xfrm>
            <a:off x="6987185" y="1730337"/>
            <a:ext cx="0" cy="443311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20464485-2A37-5FC6-79CB-72B1F95C75BF}"/>
              </a:ext>
            </a:extLst>
          </p:cNvPr>
          <p:cNvSpPr txBox="1"/>
          <p:nvPr/>
        </p:nvSpPr>
        <p:spPr>
          <a:xfrm>
            <a:off x="7387658" y="1308464"/>
            <a:ext cx="4484580" cy="48240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kern="1400" spc="-50" dirty="0">
                <a:effectLst/>
                <a:latin typeface="Arial" panose="020B0604020202020204" pitchFamily="34" charset="0"/>
                <a:ea typeface="Raleway" panose="020F0502020204030204" pitchFamily="2" charset="0"/>
                <a:cs typeface="Times New Roman" panose="02020603050405020304" pitchFamily="18" charset="0"/>
              </a:rPr>
              <a:t>Département d’informatique et d’ingénierie</a:t>
            </a:r>
          </a:p>
          <a:p>
            <a:pPr algn="ctr"/>
            <a:endParaRPr lang="fr-CA" dirty="0"/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Réalisé par: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FR" sz="1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fr-CA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Sous l’encadrement de :</a:t>
            </a:r>
            <a:endParaRPr lang="fr-CA" dirty="0"/>
          </a:p>
          <a:p>
            <a:pPr algn="ctr"/>
            <a:r>
              <a:rPr lang="fr-CA" dirty="0"/>
              <a:t> Michel </a:t>
            </a:r>
            <a:r>
              <a:rPr lang="fr-CA" dirty="0" err="1"/>
              <a:t>Saydé</a:t>
            </a:r>
            <a:r>
              <a:rPr lang="fr-CA" dirty="0"/>
              <a:t> </a:t>
            </a:r>
          </a:p>
          <a:p>
            <a:pPr algn="ctr"/>
            <a:endParaRPr lang="fr-CA" dirty="0"/>
          </a:p>
          <a:p>
            <a:r>
              <a:rPr lang="fr-F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CA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</a:t>
            </a: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 D’</a:t>
            </a:r>
            <a:r>
              <a:rPr lang="fr-FR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HIVER 2026_02 AVRIL</a:t>
            </a:r>
            <a:endParaRPr lang="fr-CA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fr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3B8126-AF10-0A60-5916-580F980D4997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ACD8B0B-1E93-7776-3B8E-5F2B14EB7729}"/>
              </a:ext>
            </a:extLst>
          </p:cNvPr>
          <p:cNvSpPr txBox="1"/>
          <p:nvPr/>
        </p:nvSpPr>
        <p:spPr>
          <a:xfrm>
            <a:off x="269188" y="1308464"/>
            <a:ext cx="6517761" cy="927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/>
              <a:t> </a:t>
            </a:r>
            <a:r>
              <a:rPr lang="fr-FR" b="1" dirty="0"/>
              <a:t>GEN1333 : </a:t>
            </a:r>
          </a:p>
          <a:p>
            <a:pPr algn="ctr"/>
            <a:r>
              <a:rPr lang="fr-FR" b="1" dirty="0"/>
              <a:t>CONCEPTION DE CIRCUITS INTEGRES </a:t>
            </a:r>
            <a:r>
              <a:rPr lang="fr-FR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fr-CA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1800" b="1" kern="1400" spc="-5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PROJET DE FIN DE SESSION</a:t>
            </a:r>
            <a:endParaRPr lang="fr-FR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4F6DB34-1ACE-E6AD-B1CC-DFEACFA068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658" y="2693055"/>
            <a:ext cx="4201712" cy="1858939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2A9B89D5-806B-4828-FDF7-B3EBE56827FF}"/>
              </a:ext>
            </a:extLst>
          </p:cNvPr>
          <p:cNvSpPr txBox="1"/>
          <p:nvPr/>
        </p:nvSpPr>
        <p:spPr>
          <a:xfrm>
            <a:off x="319762" y="2216165"/>
            <a:ext cx="6667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800" b="1" dirty="0"/>
              <a:t> Registre multifonction d’un ordinateur </a:t>
            </a:r>
          </a:p>
        </p:txBody>
      </p:sp>
    </p:spTree>
    <p:extLst>
      <p:ext uri="{BB962C8B-B14F-4D97-AF65-F5344CB8AC3E}">
        <p14:creationId xmlns:p14="http://schemas.microsoft.com/office/powerpoint/2010/main" val="3039534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6C20E0F7-EF64-66E1-58AE-651F6CA2509E}"/>
              </a:ext>
            </a:extLst>
          </p:cNvPr>
          <p:cNvSpPr txBox="1"/>
          <p:nvPr/>
        </p:nvSpPr>
        <p:spPr>
          <a:xfrm>
            <a:off x="1042508" y="3617556"/>
            <a:ext cx="9723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/>
              <a:t>Plan de la présentation </a:t>
            </a:r>
            <a:endParaRPr lang="fr-CA" sz="40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6BAAB-D281-01AF-2920-912F296B1629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25E05071-93C8-15DD-A0DC-695AD3D6EE19}"/>
              </a:ext>
            </a:extLst>
          </p:cNvPr>
          <p:cNvGrpSpPr/>
          <p:nvPr/>
        </p:nvGrpSpPr>
        <p:grpSpPr>
          <a:xfrm>
            <a:off x="4716894" y="1131000"/>
            <a:ext cx="2374460" cy="1251284"/>
            <a:chOff x="4716894" y="1131000"/>
            <a:chExt cx="2374460" cy="125128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2B462CB-D2F5-8313-0A6D-CDD0C8F869ED}"/>
                </a:ext>
              </a:extLst>
            </p:cNvPr>
            <p:cNvSpPr/>
            <p:nvPr/>
          </p:nvSpPr>
          <p:spPr>
            <a:xfrm>
              <a:off x="4716894" y="1131000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8" name="ZoneTexte 17">
              <a:extLst>
                <a:ext uri="{FF2B5EF4-FFF2-40B4-BE49-F238E27FC236}">
                  <a16:creationId xmlns:a16="http://schemas.microsoft.com/office/drawing/2014/main" id="{D5E87F35-F5C8-641D-D757-AD4379C14896}"/>
                </a:ext>
              </a:extLst>
            </p:cNvPr>
            <p:cNvSpPr txBox="1"/>
            <p:nvPr/>
          </p:nvSpPr>
          <p:spPr>
            <a:xfrm>
              <a:off x="4909513" y="1335844"/>
              <a:ext cx="19892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1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INTRODUCTION</a:t>
              </a: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B5D19BA9-B2C4-C8D4-24AA-227676FD853E}"/>
              </a:ext>
            </a:extLst>
          </p:cNvPr>
          <p:cNvGrpSpPr/>
          <p:nvPr/>
        </p:nvGrpSpPr>
        <p:grpSpPr>
          <a:xfrm>
            <a:off x="1768272" y="1901701"/>
            <a:ext cx="2374460" cy="1251284"/>
            <a:chOff x="1768272" y="1901701"/>
            <a:chExt cx="2374460" cy="125128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0E551B8-7D3B-3C78-64AB-48CC7E475659}"/>
                </a:ext>
              </a:extLst>
            </p:cNvPr>
            <p:cNvSpPr/>
            <p:nvPr/>
          </p:nvSpPr>
          <p:spPr>
            <a:xfrm>
              <a:off x="1768272" y="1901701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2B02CBAB-9569-9588-4F07-530E388DC287}"/>
                </a:ext>
              </a:extLst>
            </p:cNvPr>
            <p:cNvSpPr txBox="1"/>
            <p:nvPr/>
          </p:nvSpPr>
          <p:spPr>
            <a:xfrm>
              <a:off x="1960889" y="2061316"/>
              <a:ext cx="19892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2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SIMULATION FONCTIONNELLE</a:t>
              </a: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DC8BAC64-0D6E-53F8-D478-29BEF404CFA8}"/>
              </a:ext>
            </a:extLst>
          </p:cNvPr>
          <p:cNvGrpSpPr/>
          <p:nvPr/>
        </p:nvGrpSpPr>
        <p:grpSpPr>
          <a:xfrm>
            <a:off x="581042" y="3478116"/>
            <a:ext cx="2374460" cy="1251284"/>
            <a:chOff x="581042" y="3478116"/>
            <a:chExt cx="2374460" cy="125128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848579-E89C-E159-62C1-5C7DC7D7A221}"/>
                </a:ext>
              </a:extLst>
            </p:cNvPr>
            <p:cNvSpPr/>
            <p:nvPr/>
          </p:nvSpPr>
          <p:spPr>
            <a:xfrm>
              <a:off x="581042" y="3478116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A7B27477-B9CA-BC82-5AF2-0C6392212EB3}"/>
                </a:ext>
              </a:extLst>
            </p:cNvPr>
            <p:cNvSpPr txBox="1"/>
            <p:nvPr/>
          </p:nvSpPr>
          <p:spPr>
            <a:xfrm>
              <a:off x="767559" y="3731094"/>
              <a:ext cx="19892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3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SYNTHESE RTL</a:t>
              </a: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A1C1A34C-6C1E-3C1B-B772-594589ADCF27}"/>
              </a:ext>
            </a:extLst>
          </p:cNvPr>
          <p:cNvGrpSpPr/>
          <p:nvPr/>
        </p:nvGrpSpPr>
        <p:grpSpPr>
          <a:xfrm>
            <a:off x="7665516" y="1901701"/>
            <a:ext cx="2374460" cy="1251284"/>
            <a:chOff x="7665516" y="1901701"/>
            <a:chExt cx="2374460" cy="125128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3C938E-320D-2FB4-9231-77E8F93C7AC7}"/>
                </a:ext>
              </a:extLst>
            </p:cNvPr>
            <p:cNvSpPr/>
            <p:nvPr/>
          </p:nvSpPr>
          <p:spPr>
            <a:xfrm>
              <a:off x="7665516" y="1901701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E3D94BA5-5230-253C-CC33-C8502DE62088}"/>
                </a:ext>
              </a:extLst>
            </p:cNvPr>
            <p:cNvSpPr txBox="1"/>
            <p:nvPr/>
          </p:nvSpPr>
          <p:spPr>
            <a:xfrm>
              <a:off x="7858134" y="1927119"/>
              <a:ext cx="198922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5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PLACEMENT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 ET 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ROUTAGE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0370F981-1BBF-CD87-35E2-FF146BCF805E}"/>
              </a:ext>
            </a:extLst>
          </p:cNvPr>
          <p:cNvGrpSpPr/>
          <p:nvPr/>
        </p:nvGrpSpPr>
        <p:grpSpPr>
          <a:xfrm>
            <a:off x="8852746" y="3486795"/>
            <a:ext cx="2374460" cy="1251284"/>
            <a:chOff x="8852746" y="3486795"/>
            <a:chExt cx="2374460" cy="125128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BB9FF1A-1413-7E0A-8102-3B97A0876A45}"/>
                </a:ext>
              </a:extLst>
            </p:cNvPr>
            <p:cNvSpPr/>
            <p:nvPr/>
          </p:nvSpPr>
          <p:spPr>
            <a:xfrm>
              <a:off x="8852746" y="3486795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65621101-6A5B-3BC2-9C20-64841347FD95}"/>
                </a:ext>
              </a:extLst>
            </p:cNvPr>
            <p:cNvSpPr txBox="1"/>
            <p:nvPr/>
          </p:nvSpPr>
          <p:spPr>
            <a:xfrm>
              <a:off x="9051469" y="3625857"/>
              <a:ext cx="20980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6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SIMULATION POST-PLACEMENT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5847C4AD-87CE-FFAF-8584-4E6543ABA47A}"/>
              </a:ext>
            </a:extLst>
          </p:cNvPr>
          <p:cNvGrpSpPr/>
          <p:nvPr/>
        </p:nvGrpSpPr>
        <p:grpSpPr>
          <a:xfrm>
            <a:off x="7665516" y="5071890"/>
            <a:ext cx="2374460" cy="1251284"/>
            <a:chOff x="7665516" y="5071890"/>
            <a:chExt cx="2374460" cy="125128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C15384F-0A21-89B0-A714-517BAB34425B}"/>
                </a:ext>
              </a:extLst>
            </p:cNvPr>
            <p:cNvSpPr/>
            <p:nvPr/>
          </p:nvSpPr>
          <p:spPr>
            <a:xfrm>
              <a:off x="7665516" y="5071890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1365B8CC-6492-0D34-9336-1A0272C73693}"/>
                </a:ext>
              </a:extLst>
            </p:cNvPr>
            <p:cNvSpPr txBox="1"/>
            <p:nvPr/>
          </p:nvSpPr>
          <p:spPr>
            <a:xfrm>
              <a:off x="7858133" y="5295635"/>
              <a:ext cx="19892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7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CONCLUSION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5DDBA3C0-5D44-C4EE-0307-ABDC1F2542DE}"/>
              </a:ext>
            </a:extLst>
          </p:cNvPr>
          <p:cNvGrpSpPr/>
          <p:nvPr/>
        </p:nvGrpSpPr>
        <p:grpSpPr>
          <a:xfrm>
            <a:off x="1768272" y="5071890"/>
            <a:ext cx="2374460" cy="1251284"/>
            <a:chOff x="1768272" y="5071890"/>
            <a:chExt cx="2374460" cy="1251284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3C769D9-2DA1-7CEF-C36C-318C4C289732}"/>
                </a:ext>
              </a:extLst>
            </p:cNvPr>
            <p:cNvSpPr/>
            <p:nvPr/>
          </p:nvSpPr>
          <p:spPr>
            <a:xfrm>
              <a:off x="1768272" y="5071890"/>
              <a:ext cx="2374460" cy="125128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A7242798-7E33-52BC-2B7E-B861C8201722}"/>
                </a:ext>
              </a:extLst>
            </p:cNvPr>
            <p:cNvSpPr txBox="1"/>
            <p:nvPr/>
          </p:nvSpPr>
          <p:spPr>
            <a:xfrm>
              <a:off x="1960888" y="5235867"/>
              <a:ext cx="1989221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4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SIMULATION POST-SYNTHESE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73952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1693CD7-6C53-810A-240B-5D0781CE3B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8117" y="1636676"/>
            <a:ext cx="3185644" cy="3190963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F5A3EFC-EAF5-BE22-D932-6C1E01005506}"/>
              </a:ext>
            </a:extLst>
          </p:cNvPr>
          <p:cNvSpPr txBox="1"/>
          <p:nvPr/>
        </p:nvSpPr>
        <p:spPr>
          <a:xfrm>
            <a:off x="-290350" y="604973"/>
            <a:ext cx="46117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latin typeface="+mj-lt"/>
              </a:rPr>
              <a:t>         INTRODUCTION </a:t>
            </a:r>
            <a:endParaRPr lang="fr-CA" sz="3200" b="1" dirty="0">
              <a:latin typeface="+mj-lt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7D00E423-EFB7-AEFD-3FB5-5F8D08FB90A9}"/>
              </a:ext>
            </a:extLst>
          </p:cNvPr>
          <p:cNvGrpSpPr/>
          <p:nvPr/>
        </p:nvGrpSpPr>
        <p:grpSpPr>
          <a:xfrm>
            <a:off x="3822858" y="928138"/>
            <a:ext cx="8183434" cy="5001723"/>
            <a:chOff x="3822858" y="928138"/>
            <a:chExt cx="8183434" cy="5001723"/>
          </a:xfrm>
        </p:grpSpPr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04908316-6557-5393-DA74-6CB105369F2F}"/>
                </a:ext>
              </a:extLst>
            </p:cNvPr>
            <p:cNvSpPr txBox="1"/>
            <p:nvPr/>
          </p:nvSpPr>
          <p:spPr>
            <a:xfrm>
              <a:off x="3944225" y="928138"/>
              <a:ext cx="71534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800" b="1" dirty="0"/>
                <a:t>Contexte et Objectifs</a:t>
              </a:r>
              <a:endParaRPr lang="fr-CA" sz="2800" dirty="0">
                <a:cs typeface="Arial" panose="020B0604020202020204" pitchFamily="34" charset="0"/>
              </a:endParaRPr>
            </a:p>
          </p:txBody>
        </p: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222B54EF-ED39-F43B-EFAF-04D5C724408A}"/>
                </a:ext>
              </a:extLst>
            </p:cNvPr>
            <p:cNvSpPr txBox="1"/>
            <p:nvPr/>
          </p:nvSpPr>
          <p:spPr>
            <a:xfrm>
              <a:off x="3866022" y="1631091"/>
              <a:ext cx="814027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b="1" dirty="0"/>
                <a:t>Contexte</a:t>
              </a:r>
              <a:r>
                <a:rPr lang="fr-FR" dirty="0"/>
                <a:t> : Maîtrise du flot de conception complet de circuits intégrés numériques (RTL2GDS).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b="1" dirty="0"/>
                <a:t>Sujet</a:t>
              </a:r>
              <a:r>
                <a:rPr lang="fr-FR" dirty="0"/>
                <a:t> : Conception d'un </a:t>
              </a:r>
              <a:r>
                <a:rPr lang="fr-FR" b="1" dirty="0"/>
                <a:t>Registre AR (</a:t>
              </a:r>
              <a:r>
                <a:rPr lang="fr-FR" b="1" dirty="0" err="1"/>
                <a:t>Address</a:t>
              </a:r>
              <a:r>
                <a:rPr lang="fr-FR" b="1" dirty="0"/>
                <a:t> </a:t>
              </a:r>
              <a:r>
                <a:rPr lang="fr-FR" b="1" dirty="0" err="1"/>
                <a:t>Register</a:t>
              </a:r>
              <a:r>
                <a:rPr lang="fr-FR" b="1" dirty="0"/>
                <a:t>)</a:t>
              </a:r>
              <a:r>
                <a:rPr lang="fr-FR" dirty="0"/>
                <a:t> multifonction 4 bits.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b="1" dirty="0"/>
                <a:t>Technologie</a:t>
              </a:r>
              <a:r>
                <a:rPr lang="fr-FR" dirty="0"/>
                <a:t> : CMOS 65 nm (TSMC).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fr-FR" b="1" dirty="0"/>
                <a:t>Objectif Principal</a:t>
              </a:r>
              <a:r>
                <a:rPr lang="fr-FR" dirty="0"/>
                <a:t> : Développer, valider et implémenter physiquement un registre conforme aux spécifications.</a:t>
              </a:r>
            </a:p>
            <a:p>
              <a:br>
                <a:rPr lang="fr-FR" dirty="0"/>
              </a:br>
              <a:endParaRPr lang="fr-CA" dirty="0"/>
            </a:p>
          </p:txBody>
        </p: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ED767A0C-F0C2-A311-3D3E-7305356C8C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68115" y="3666756"/>
              <a:ext cx="4571698" cy="2263105"/>
            </a:xfrm>
            <a:prstGeom prst="rect">
              <a:avLst/>
            </a:prstGeom>
          </p:spPr>
        </p:pic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436C35A3-8919-A2AD-6933-3096D1AEFF8F}"/>
                </a:ext>
              </a:extLst>
            </p:cNvPr>
            <p:cNvSpPr txBox="1"/>
            <p:nvPr/>
          </p:nvSpPr>
          <p:spPr>
            <a:xfrm>
              <a:off x="3822858" y="3939415"/>
              <a:ext cx="343904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b="1" dirty="0"/>
                <a:t>Spécifications du Registre AR :</a:t>
              </a:r>
            </a:p>
            <a:p>
              <a:endParaRPr lang="fr-CA" b="1" dirty="0"/>
            </a:p>
            <a:p>
              <a:r>
                <a:rPr lang="fr-FR" dirty="0"/>
                <a:t>Architecture synchrone </a:t>
              </a:r>
            </a:p>
            <a:p>
              <a:r>
                <a:rPr lang="fr-FR" dirty="0"/>
                <a:t>(front montant de l'horloge </a:t>
              </a:r>
              <a:r>
                <a:rPr lang="fr-FR" dirty="0" err="1"/>
                <a:t>clk</a:t>
              </a:r>
              <a:r>
                <a:rPr lang="fr-FR" dirty="0"/>
                <a:t>)</a:t>
              </a:r>
            </a:p>
            <a:p>
              <a:endParaRPr lang="fr-CA" dirty="0"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3F7085D-0227-FF86-90DD-53281D44258B}"/>
              </a:ext>
            </a:extLst>
          </p:cNvPr>
          <p:cNvGrpSpPr/>
          <p:nvPr/>
        </p:nvGrpSpPr>
        <p:grpSpPr>
          <a:xfrm>
            <a:off x="-302759" y="599388"/>
            <a:ext cx="4611756" cy="5597788"/>
            <a:chOff x="-302759" y="599388"/>
            <a:chExt cx="4611756" cy="5597788"/>
          </a:xfrm>
        </p:grpSpPr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B0B0D707-38BF-552C-0C0B-A5D3980649D0}"/>
                </a:ext>
              </a:extLst>
            </p:cNvPr>
            <p:cNvCxnSpPr/>
            <p:nvPr/>
          </p:nvCxnSpPr>
          <p:spPr>
            <a:xfrm>
              <a:off x="3603309" y="721754"/>
              <a:ext cx="0" cy="5475422"/>
            </a:xfrm>
            <a:prstGeom prst="line">
              <a:avLst/>
            </a:prstGeom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4CE3227A-678D-C281-1103-AD769B2F6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85708" y="1631091"/>
              <a:ext cx="3185644" cy="3190963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D07C8D15-457A-E0C7-43A9-A3A7017CBEEA}"/>
                </a:ext>
              </a:extLst>
            </p:cNvPr>
            <p:cNvSpPr txBox="1"/>
            <p:nvPr/>
          </p:nvSpPr>
          <p:spPr>
            <a:xfrm>
              <a:off x="-302759" y="599388"/>
              <a:ext cx="461175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3200" b="1" dirty="0">
                  <a:latin typeface="+mj-lt"/>
                </a:rPr>
                <a:t>         INTRODUCTION </a:t>
              </a:r>
              <a:endParaRPr lang="fr-CA" sz="3200" b="1" dirty="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2778919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317B32C9-E0AC-52C2-9762-6A16F928F3E7}"/>
              </a:ext>
            </a:extLst>
          </p:cNvPr>
          <p:cNvSpPr txBox="1"/>
          <p:nvPr/>
        </p:nvSpPr>
        <p:spPr>
          <a:xfrm>
            <a:off x="8504239" y="631170"/>
            <a:ext cx="399723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200" b="1" dirty="0"/>
              <a:t> </a:t>
            </a:r>
            <a:r>
              <a:rPr lang="fr-FR" dirty="0"/>
              <a:t> </a:t>
            </a:r>
            <a:endParaRPr lang="fr-CA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D1BEE74-9F1F-4866-555E-8D614F581940}"/>
              </a:ext>
            </a:extLst>
          </p:cNvPr>
          <p:cNvCxnSpPr/>
          <p:nvPr/>
        </p:nvCxnSpPr>
        <p:spPr>
          <a:xfrm>
            <a:off x="3031547" y="607219"/>
            <a:ext cx="0" cy="564356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1893CCC-E599-DB43-E954-83BFEB6CCEE7}"/>
              </a:ext>
            </a:extLst>
          </p:cNvPr>
          <p:cNvSpPr txBox="1"/>
          <p:nvPr/>
        </p:nvSpPr>
        <p:spPr>
          <a:xfrm>
            <a:off x="67926" y="4455411"/>
            <a:ext cx="296362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CA" sz="2400" b="1" dirty="0"/>
              <a:t>Simulation Fonctionnelle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5641F0D-6C07-42A3-FCB7-95345C3A3C1F}"/>
              </a:ext>
            </a:extLst>
          </p:cNvPr>
          <p:cNvSpPr txBox="1"/>
          <p:nvPr/>
        </p:nvSpPr>
        <p:spPr>
          <a:xfrm>
            <a:off x="4878725" y="294183"/>
            <a:ext cx="6176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000" b="1" dirty="0"/>
              <a:t>Modélisation et Validation Comportementale</a:t>
            </a:r>
            <a:endParaRPr lang="fr-CA" sz="20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479C77C-7ED7-548B-34F7-054A6B283B04}"/>
              </a:ext>
            </a:extLst>
          </p:cNvPr>
          <p:cNvSpPr txBox="1"/>
          <p:nvPr/>
        </p:nvSpPr>
        <p:spPr>
          <a:xfrm>
            <a:off x="3160705" y="783661"/>
            <a:ext cx="91256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Méthodologie</a:t>
            </a:r>
            <a:r>
              <a:rPr lang="fr-FR" dirty="0"/>
              <a:t> :</a:t>
            </a:r>
          </a:p>
          <a:p>
            <a:pPr lvl="1"/>
            <a:r>
              <a:rPr lang="fr-FR" dirty="0"/>
              <a:t>Modélisation </a:t>
            </a:r>
            <a:r>
              <a:rPr lang="fr-FR" b="1" dirty="0"/>
              <a:t>VHDL synthétisable</a:t>
            </a:r>
            <a:r>
              <a:rPr lang="fr-FR" dirty="0"/>
              <a:t> du registre (Machine à états finis de type Moore).</a:t>
            </a:r>
          </a:p>
          <a:p>
            <a:pPr lvl="1"/>
            <a:r>
              <a:rPr lang="fr-FR" dirty="0"/>
              <a:t>Développement d'un </a:t>
            </a:r>
            <a:r>
              <a:rPr lang="fr-FR" b="1" dirty="0"/>
              <a:t>banc de test (Test Bench)</a:t>
            </a:r>
            <a:r>
              <a:rPr lang="fr-FR" dirty="0"/>
              <a:t> pour valider chaque opération.</a:t>
            </a:r>
          </a:p>
          <a:p>
            <a:r>
              <a:rPr lang="fr-FR" b="1" dirty="0"/>
              <a:t>Outil</a:t>
            </a:r>
            <a:r>
              <a:rPr lang="fr-FR" dirty="0"/>
              <a:t> : Cadence </a:t>
            </a:r>
            <a:r>
              <a:rPr lang="fr-FR" dirty="0" err="1"/>
              <a:t>NClaunch</a:t>
            </a:r>
            <a:r>
              <a:rPr lang="fr-FR" dirty="0"/>
              <a:t> (</a:t>
            </a:r>
            <a:r>
              <a:rPr lang="fr-FR" dirty="0" err="1"/>
              <a:t>ncvlog</a:t>
            </a:r>
            <a:r>
              <a:rPr lang="fr-FR" dirty="0"/>
              <a:t>, </a:t>
            </a:r>
            <a:r>
              <a:rPr lang="fr-FR" dirty="0" err="1"/>
              <a:t>ncelab</a:t>
            </a:r>
            <a:r>
              <a:rPr lang="fr-FR" dirty="0"/>
              <a:t>, </a:t>
            </a:r>
            <a:r>
              <a:rPr lang="fr-FR" dirty="0" err="1"/>
              <a:t>ncsim</a:t>
            </a:r>
            <a:r>
              <a:rPr lang="fr-FR" dirty="0"/>
              <a:t>).</a:t>
            </a:r>
          </a:p>
          <a:p>
            <a:endParaRPr lang="fr-CA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15B252A-CC99-BD38-2850-F3D6EFB1EBBA}"/>
              </a:ext>
            </a:extLst>
          </p:cNvPr>
          <p:cNvSpPr txBox="1"/>
          <p:nvPr/>
        </p:nvSpPr>
        <p:spPr>
          <a:xfrm>
            <a:off x="3682790" y="5086489"/>
            <a:ext cx="8081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Résultats :</a:t>
            </a:r>
            <a:endParaRPr lang="fr-FR" dirty="0"/>
          </a:p>
          <a:p>
            <a:r>
              <a:rPr lang="fr-FR" dirty="0"/>
              <a:t>Le registre exécute correctement toutes les opérations de la table de vérité.</a:t>
            </a:r>
          </a:p>
          <a:p>
            <a:r>
              <a:rPr lang="fr-FR" dirty="0"/>
              <a:t>Toutes les transitions sont synchronisées sur le front montant de l'horloge.</a:t>
            </a:r>
          </a:p>
          <a:p>
            <a:r>
              <a:rPr lang="fr-FR" b="1" dirty="0"/>
              <a:t>Validation</a:t>
            </a:r>
            <a:r>
              <a:rPr lang="fr-FR" dirty="0"/>
              <a:t> : Le comportement RTL sert de référence pour la suite du flot.</a:t>
            </a:r>
          </a:p>
          <a:p>
            <a:endParaRPr lang="fr-CA" dirty="0"/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D869FEE3-01F7-1479-4AC0-D78FD967F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0704" y="2110731"/>
            <a:ext cx="8933024" cy="2574569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4B2880E6-921B-AF37-04BF-02AC6932AC04}"/>
              </a:ext>
            </a:extLst>
          </p:cNvPr>
          <p:cNvSpPr txBox="1"/>
          <p:nvPr/>
        </p:nvSpPr>
        <p:spPr>
          <a:xfrm>
            <a:off x="4507030" y="4717157"/>
            <a:ext cx="6240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Waveform</a:t>
            </a:r>
            <a:r>
              <a:rPr lang="fr-CA" dirty="0"/>
              <a:t> </a:t>
            </a:r>
            <a:r>
              <a:rPr lang="fr-CA" dirty="0" err="1"/>
              <a:t>Window</a:t>
            </a:r>
            <a:r>
              <a:rPr lang="fr-CA" dirty="0"/>
              <a:t> complet, Simulation Fonctionnelle</a:t>
            </a:r>
          </a:p>
        </p:txBody>
      </p:sp>
      <p:pic>
        <p:nvPicPr>
          <p:cNvPr id="28" name="Picture 6" descr="BONECOS APRESENTAÇÃO on Pinterest">
            <a:extLst>
              <a:ext uri="{FF2B5EF4-FFF2-40B4-BE49-F238E27FC236}">
                <a16:creationId xmlns:a16="http://schemas.microsoft.com/office/drawing/2014/main" id="{B91B8C1A-7B6E-C004-D268-B56FDE782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60995" y="2077929"/>
            <a:ext cx="2377482" cy="2377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665731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231F-DE75-13AC-E372-0CDDCE55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1DCDC69-A4FA-B050-18C9-4E97109798B9}"/>
              </a:ext>
            </a:extLst>
          </p:cNvPr>
          <p:cNvSpPr txBox="1"/>
          <p:nvPr/>
        </p:nvSpPr>
        <p:spPr>
          <a:xfrm>
            <a:off x="8504239" y="631170"/>
            <a:ext cx="399723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200" b="1" dirty="0"/>
              <a:t> </a:t>
            </a:r>
            <a:r>
              <a:rPr lang="fr-FR" dirty="0"/>
              <a:t> </a:t>
            </a:r>
            <a:endParaRPr lang="fr-CA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CB3D13B-13C1-BD1F-8B88-9EFD0EEB948E}"/>
              </a:ext>
            </a:extLst>
          </p:cNvPr>
          <p:cNvCxnSpPr/>
          <p:nvPr/>
        </p:nvCxnSpPr>
        <p:spPr>
          <a:xfrm>
            <a:off x="3207105" y="631170"/>
            <a:ext cx="0" cy="564356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9FE0FF38-D940-11E2-804C-28B4046FCDA0}"/>
              </a:ext>
            </a:extLst>
          </p:cNvPr>
          <p:cNvSpPr txBox="1"/>
          <p:nvPr/>
        </p:nvSpPr>
        <p:spPr>
          <a:xfrm>
            <a:off x="-281613" y="4316879"/>
            <a:ext cx="381062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CA" sz="2800" b="1" dirty="0"/>
              <a:t>Synthèse RTL</a:t>
            </a:r>
          </a:p>
        </p:txBody>
      </p:sp>
      <p:pic>
        <p:nvPicPr>
          <p:cNvPr id="2" name="Picture 2" descr="Bonhomme Blanc Powerpoint Gratuit - Bonhomme Blanc Banque d'images et ...">
            <a:extLst>
              <a:ext uri="{FF2B5EF4-FFF2-40B4-BE49-F238E27FC236}">
                <a16:creationId xmlns:a16="http://schemas.microsoft.com/office/drawing/2014/main" id="{7302E30B-FB08-7344-D078-EDACDF988A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-27630" y="1845515"/>
            <a:ext cx="3233439" cy="2421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FBE1D10D-052D-467C-5AC9-38A9DAD347ED}"/>
              </a:ext>
            </a:extLst>
          </p:cNvPr>
          <p:cNvSpPr txBox="1"/>
          <p:nvPr/>
        </p:nvSpPr>
        <p:spPr>
          <a:xfrm>
            <a:off x="4588041" y="320842"/>
            <a:ext cx="5935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Transformation en Portes Logiques (</a:t>
            </a:r>
            <a:r>
              <a:rPr lang="fr-FR" sz="2000" b="1" dirty="0" err="1"/>
              <a:t>Genus</a:t>
            </a:r>
            <a:r>
              <a:rPr lang="fr-FR" sz="2000" b="1" dirty="0"/>
              <a:t>)</a:t>
            </a:r>
            <a:endParaRPr lang="fr-CA" sz="2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DB3018E-C72E-D045-030E-4C9E01D23276}"/>
              </a:ext>
            </a:extLst>
          </p:cNvPr>
          <p:cNvSpPr txBox="1"/>
          <p:nvPr/>
        </p:nvSpPr>
        <p:spPr>
          <a:xfrm>
            <a:off x="3529014" y="923557"/>
            <a:ext cx="88073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 : Convertir le code VHDL en une </a:t>
            </a:r>
            <a:r>
              <a:rPr lang="fr-FR" dirty="0" err="1"/>
              <a:t>netlist</a:t>
            </a:r>
            <a:r>
              <a:rPr lang="fr-FR" dirty="0"/>
              <a:t> de portes standards (bibliothèque TSMC 65nm).</a:t>
            </a:r>
          </a:p>
          <a:p>
            <a:r>
              <a:rPr lang="fr-FR" b="1" dirty="0"/>
              <a:t>Contraintes</a:t>
            </a:r>
            <a:r>
              <a:rPr lang="fr-FR" dirty="0"/>
              <a:t> : Application d’un fichier SDC (période d'horloge = 10 ns, incertitudes, délais E/S).</a:t>
            </a:r>
          </a:p>
          <a:p>
            <a:endParaRPr lang="fr-CA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369A0A5-0772-473F-627F-DA48B13FC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02799" y="2773613"/>
            <a:ext cx="4906060" cy="308653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1A992261-9591-83DB-ED82-5ED2C948863B}"/>
              </a:ext>
            </a:extLst>
          </p:cNvPr>
          <p:cNvSpPr txBox="1"/>
          <p:nvPr/>
        </p:nvSpPr>
        <p:spPr>
          <a:xfrm>
            <a:off x="3529014" y="2261937"/>
            <a:ext cx="2679279" cy="375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/>
              <a:t>Principaux Résultats :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672644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53E60C-C5DE-1A21-2E45-E8837F0C339B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13718A-FA0F-7067-20B5-DD4033794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50846"/>
            <a:ext cx="5229726" cy="618203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FEDBE08-CA26-CD8D-FFA9-977B7536E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57" y="1400556"/>
            <a:ext cx="5129364" cy="2569143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E5E81766-E621-A4E9-18EE-1D48ACA8CA7B}"/>
              </a:ext>
            </a:extLst>
          </p:cNvPr>
          <p:cNvSpPr/>
          <p:nvPr/>
        </p:nvSpPr>
        <p:spPr>
          <a:xfrm>
            <a:off x="3578943" y="3106092"/>
            <a:ext cx="855406" cy="385916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A17D101C-395C-E094-2036-B4E91A3F0F36}"/>
              </a:ext>
            </a:extLst>
          </p:cNvPr>
          <p:cNvCxnSpPr>
            <a:cxnSpLocks/>
          </p:cNvCxnSpPr>
          <p:nvPr/>
        </p:nvCxnSpPr>
        <p:spPr>
          <a:xfrm flipH="1">
            <a:off x="4183451" y="1185530"/>
            <a:ext cx="290227" cy="1755711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D2D2AF94-2A13-32FD-F262-E90F86AFCD71}"/>
              </a:ext>
            </a:extLst>
          </p:cNvPr>
          <p:cNvGrpSpPr/>
          <p:nvPr/>
        </p:nvGrpSpPr>
        <p:grpSpPr>
          <a:xfrm>
            <a:off x="4146755" y="462116"/>
            <a:ext cx="1325272" cy="669977"/>
            <a:chOff x="4146755" y="462116"/>
            <a:chExt cx="1325272" cy="66997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2CFC94F-022A-A182-6D98-3A9414BC31F8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4D1BF41-AD0F-479E-1033-80B4D40E765F}"/>
                </a:ext>
              </a:extLst>
            </p:cNvPr>
            <p:cNvSpPr txBox="1"/>
            <p:nvPr/>
          </p:nvSpPr>
          <p:spPr>
            <a:xfrm>
              <a:off x="4146755" y="485762"/>
              <a:ext cx="13000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Puissance Totale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9B32B13-3F97-3D31-2649-3AD5BC857075}"/>
              </a:ext>
            </a:extLst>
          </p:cNvPr>
          <p:cNvGrpSpPr/>
          <p:nvPr/>
        </p:nvGrpSpPr>
        <p:grpSpPr>
          <a:xfrm>
            <a:off x="4499417" y="5706087"/>
            <a:ext cx="1325272" cy="669977"/>
            <a:chOff x="4146755" y="462116"/>
            <a:chExt cx="1325272" cy="669977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BCE72B2-8DAD-2646-03F5-564CACC25ECB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02601539-E519-04DB-53A0-1944589637AC}"/>
                </a:ext>
              </a:extLst>
            </p:cNvPr>
            <p:cNvSpPr txBox="1"/>
            <p:nvPr/>
          </p:nvSpPr>
          <p:spPr>
            <a:xfrm>
              <a:off x="4146755" y="485762"/>
              <a:ext cx="13000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Surface Totale</a:t>
              </a:r>
            </a:p>
          </p:txBody>
        </p:sp>
      </p:grpSp>
      <p:sp>
        <p:nvSpPr>
          <p:cNvPr id="24" name="Ellipse 23">
            <a:extLst>
              <a:ext uri="{FF2B5EF4-FFF2-40B4-BE49-F238E27FC236}">
                <a16:creationId xmlns:a16="http://schemas.microsoft.com/office/drawing/2014/main" id="{5E3FCE2A-4F3C-3BA9-EED1-5C351EDE76A2}"/>
              </a:ext>
            </a:extLst>
          </p:cNvPr>
          <p:cNvSpPr/>
          <p:nvPr/>
        </p:nvSpPr>
        <p:spPr>
          <a:xfrm>
            <a:off x="8627808" y="4886632"/>
            <a:ext cx="776941" cy="2100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E3091098-35ED-AF9B-0C69-4F17A5A3B01C}"/>
              </a:ext>
            </a:extLst>
          </p:cNvPr>
          <p:cNvGrpSpPr/>
          <p:nvPr/>
        </p:nvGrpSpPr>
        <p:grpSpPr>
          <a:xfrm>
            <a:off x="4499417" y="4772201"/>
            <a:ext cx="1325272" cy="646331"/>
            <a:chOff x="4146755" y="462116"/>
            <a:chExt cx="1325272" cy="646331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D2D294B-C8AB-2932-ACFD-195B1E190457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90C3527A-8AD8-0077-4B2A-CDAAC7B739B0}"/>
                </a:ext>
              </a:extLst>
            </p:cNvPr>
            <p:cNvSpPr txBox="1"/>
            <p:nvPr/>
          </p:nvSpPr>
          <p:spPr>
            <a:xfrm>
              <a:off x="4146755" y="515259"/>
              <a:ext cx="13000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1400" b="1" dirty="0">
                  <a:solidFill>
                    <a:schemeClr val="bg1"/>
                  </a:solidFill>
                </a:rPr>
                <a:t>Violations (Setup/</a:t>
              </a:r>
              <a:r>
                <a:rPr lang="fr-CA" sz="1400" b="1" dirty="0" err="1">
                  <a:solidFill>
                    <a:schemeClr val="bg1"/>
                  </a:solidFill>
                </a:rPr>
                <a:t>hold</a:t>
              </a:r>
              <a:r>
                <a:rPr lang="fr-CA" sz="1400" b="1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sp>
        <p:nvSpPr>
          <p:cNvPr id="28" name="Ellipse 27">
            <a:extLst>
              <a:ext uri="{FF2B5EF4-FFF2-40B4-BE49-F238E27FC236}">
                <a16:creationId xmlns:a16="http://schemas.microsoft.com/office/drawing/2014/main" id="{467FAA92-4BA8-1F95-C1BE-D52DD71E4729}"/>
              </a:ext>
            </a:extLst>
          </p:cNvPr>
          <p:cNvSpPr/>
          <p:nvPr/>
        </p:nvSpPr>
        <p:spPr>
          <a:xfrm>
            <a:off x="6912663" y="2659626"/>
            <a:ext cx="776941" cy="2100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8F6295B8-A98E-C26E-433B-4418DEDBD0EA}"/>
              </a:ext>
            </a:extLst>
          </p:cNvPr>
          <p:cNvGrpSpPr/>
          <p:nvPr/>
        </p:nvGrpSpPr>
        <p:grpSpPr>
          <a:xfrm>
            <a:off x="2403150" y="4062565"/>
            <a:ext cx="1325272" cy="669977"/>
            <a:chOff x="4146755" y="462116"/>
            <a:chExt cx="1325272" cy="66997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DCFC67-7B1F-3C10-C7E3-40BA884F150A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4F2E73C0-84B9-EF62-ED76-9627EBA450F9}"/>
                </a:ext>
              </a:extLst>
            </p:cNvPr>
            <p:cNvSpPr txBox="1"/>
            <p:nvPr/>
          </p:nvSpPr>
          <p:spPr>
            <a:xfrm>
              <a:off x="4146755" y="485762"/>
              <a:ext cx="13000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Slack (Timing)</a:t>
              </a:r>
            </a:p>
          </p:txBody>
        </p:sp>
      </p:grpSp>
      <p:sp>
        <p:nvSpPr>
          <p:cNvPr id="32" name="Ellipse 31">
            <a:extLst>
              <a:ext uri="{FF2B5EF4-FFF2-40B4-BE49-F238E27FC236}">
                <a16:creationId xmlns:a16="http://schemas.microsoft.com/office/drawing/2014/main" id="{1ADBEB56-54A1-8E82-D724-9866E1CE2832}"/>
              </a:ext>
            </a:extLst>
          </p:cNvPr>
          <p:cNvSpPr/>
          <p:nvPr/>
        </p:nvSpPr>
        <p:spPr>
          <a:xfrm>
            <a:off x="8322392" y="2981621"/>
            <a:ext cx="776941" cy="210041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1A26FCFD-4FAB-3E44-A78B-5E54413A2EA3}"/>
              </a:ext>
            </a:extLst>
          </p:cNvPr>
          <p:cNvCxnSpPr>
            <a:cxnSpLocks/>
          </p:cNvCxnSpPr>
          <p:nvPr/>
        </p:nvCxnSpPr>
        <p:spPr>
          <a:xfrm flipV="1">
            <a:off x="5938684" y="5095367"/>
            <a:ext cx="2689124" cy="83819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406DE36-ED8C-9CF3-41CC-D2EE5239805C}"/>
              </a:ext>
            </a:extLst>
          </p:cNvPr>
          <p:cNvCxnSpPr>
            <a:cxnSpLocks/>
          </p:cNvCxnSpPr>
          <p:nvPr/>
        </p:nvCxnSpPr>
        <p:spPr>
          <a:xfrm flipV="1">
            <a:off x="5938684" y="3242414"/>
            <a:ext cx="2689124" cy="175845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9E2B2CF0-3C1D-AE2D-2B97-896E374DD4A1}"/>
              </a:ext>
            </a:extLst>
          </p:cNvPr>
          <p:cNvCxnSpPr>
            <a:cxnSpLocks/>
          </p:cNvCxnSpPr>
          <p:nvPr/>
        </p:nvCxnSpPr>
        <p:spPr>
          <a:xfrm flipV="1">
            <a:off x="3785419" y="2934636"/>
            <a:ext cx="3344872" cy="15882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2A576900-AB71-79AA-B85A-F3DE63BDCB8E}"/>
              </a:ext>
            </a:extLst>
          </p:cNvPr>
          <p:cNvSpPr/>
          <p:nvPr/>
        </p:nvSpPr>
        <p:spPr>
          <a:xfrm>
            <a:off x="1936955" y="1307690"/>
            <a:ext cx="1061884" cy="3146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FDA9A9F-EF6E-00F9-6A1E-FB3095414851}"/>
              </a:ext>
            </a:extLst>
          </p:cNvPr>
          <p:cNvSpPr/>
          <p:nvPr/>
        </p:nvSpPr>
        <p:spPr>
          <a:xfrm>
            <a:off x="7301133" y="185877"/>
            <a:ext cx="1061884" cy="3146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F11C78A-2F96-72AA-5FDA-B7E2984F9D93}"/>
              </a:ext>
            </a:extLst>
          </p:cNvPr>
          <p:cNvSpPr txBox="1"/>
          <p:nvPr/>
        </p:nvSpPr>
        <p:spPr>
          <a:xfrm>
            <a:off x="497305" y="5052801"/>
            <a:ext cx="3649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Conclusion Synthèse</a:t>
            </a:r>
            <a:r>
              <a:rPr lang="fr-FR" dirty="0"/>
              <a:t> :</a:t>
            </a:r>
          </a:p>
          <a:p>
            <a:pPr algn="ctr"/>
            <a:r>
              <a:rPr lang="fr-FR" dirty="0"/>
              <a:t> </a:t>
            </a:r>
            <a:r>
              <a:rPr lang="fr-FR" dirty="0" err="1"/>
              <a:t>Netlist</a:t>
            </a:r>
            <a:r>
              <a:rPr lang="fr-FR" dirty="0"/>
              <a:t> générée (</a:t>
            </a:r>
            <a:r>
              <a:rPr lang="fr-FR" dirty="0" err="1"/>
              <a:t>AR_register_m.v</a:t>
            </a:r>
            <a:r>
              <a:rPr lang="fr-FR" dirty="0"/>
              <a:t>), prête pour les étapes physiques.</a:t>
            </a:r>
          </a:p>
        </p:txBody>
      </p:sp>
    </p:spTree>
    <p:extLst>
      <p:ext uri="{BB962C8B-B14F-4D97-AF65-F5344CB8AC3E}">
        <p14:creationId xmlns:p14="http://schemas.microsoft.com/office/powerpoint/2010/main" val="141685150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8D1BEE74-9F1F-4866-555E-8D614F581940}"/>
              </a:ext>
            </a:extLst>
          </p:cNvPr>
          <p:cNvCxnSpPr/>
          <p:nvPr/>
        </p:nvCxnSpPr>
        <p:spPr>
          <a:xfrm>
            <a:off x="3250099" y="614638"/>
            <a:ext cx="0" cy="564356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01893CCC-E599-DB43-E954-83BFEB6CCEE7}"/>
              </a:ext>
            </a:extLst>
          </p:cNvPr>
          <p:cNvSpPr txBox="1"/>
          <p:nvPr/>
        </p:nvSpPr>
        <p:spPr>
          <a:xfrm>
            <a:off x="378153" y="4706707"/>
            <a:ext cx="26958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400" b="1" dirty="0"/>
              <a:t>Simulation </a:t>
            </a:r>
          </a:p>
          <a:p>
            <a:pPr algn="ctr"/>
            <a:r>
              <a:rPr lang="fr-CA" sz="2400" b="1" dirty="0"/>
              <a:t>Post-Synthèse</a:t>
            </a:r>
          </a:p>
          <a:p>
            <a:endParaRPr lang="fr-CA" dirty="0"/>
          </a:p>
        </p:txBody>
      </p:sp>
      <p:pic>
        <p:nvPicPr>
          <p:cNvPr id="4098" name="Picture 2" descr="Bonhomme Blanc Powerpoint Gratuit - Bonhomme Blanc Banque d'images et ...">
            <a:extLst>
              <a:ext uri="{FF2B5EF4-FFF2-40B4-BE49-F238E27FC236}">
                <a16:creationId xmlns:a16="http://schemas.microsoft.com/office/drawing/2014/main" id="{D4BDB7C2-3827-301A-1107-F8AADF82B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02099" y="1408346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C97BA71-9B47-3210-667B-AE57F1A4082B}"/>
              </a:ext>
            </a:extLst>
          </p:cNvPr>
          <p:cNvSpPr txBox="1"/>
          <p:nvPr/>
        </p:nvSpPr>
        <p:spPr>
          <a:xfrm>
            <a:off x="4310775" y="278941"/>
            <a:ext cx="66138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Première Validation avec Délais (</a:t>
            </a:r>
            <a:r>
              <a:rPr lang="fr-FR" sz="2000" b="1" dirty="0" err="1"/>
              <a:t>Genus</a:t>
            </a:r>
            <a:r>
              <a:rPr lang="fr-FR" sz="2000" b="1" dirty="0"/>
              <a:t> -&gt; </a:t>
            </a:r>
            <a:r>
              <a:rPr lang="fr-FR" sz="2000" b="1" dirty="0" err="1"/>
              <a:t>NClaunch</a:t>
            </a:r>
            <a:r>
              <a:rPr lang="fr-FR" sz="2000" b="1" dirty="0"/>
              <a:t>)</a:t>
            </a:r>
            <a:endParaRPr lang="fr-CA" sz="20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79C0F74-3373-3FDE-5135-2C0EBEA9FCA8}"/>
              </a:ext>
            </a:extLst>
          </p:cNvPr>
          <p:cNvSpPr txBox="1"/>
          <p:nvPr/>
        </p:nvSpPr>
        <p:spPr>
          <a:xfrm>
            <a:off x="3338481" y="791819"/>
            <a:ext cx="84702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dirty="0"/>
              <a:t>Objectif</a:t>
            </a:r>
            <a:r>
              <a:rPr lang="fr-CA" dirty="0"/>
              <a:t> : Vérifier le circuit après synthèse en annotant les délais de propagation des portes (fichier SDF).</a:t>
            </a:r>
          </a:p>
          <a:p>
            <a:r>
              <a:rPr lang="fr-CA" b="1" dirty="0"/>
              <a:t>Fichiers clés</a:t>
            </a:r>
            <a:r>
              <a:rPr lang="fr-CA" dirty="0"/>
              <a:t> : </a:t>
            </a:r>
            <a:r>
              <a:rPr lang="fr-CA" dirty="0" err="1"/>
              <a:t>Netlist</a:t>
            </a:r>
            <a:r>
              <a:rPr lang="fr-CA" dirty="0"/>
              <a:t> (</a:t>
            </a:r>
            <a:r>
              <a:rPr lang="fr-CA" dirty="0" err="1"/>
              <a:t>AR_register_m.v</a:t>
            </a:r>
            <a:r>
              <a:rPr lang="fr-CA" dirty="0"/>
              <a:t>), SDF (</a:t>
            </a:r>
            <a:r>
              <a:rPr lang="fr-CA" dirty="0" err="1"/>
              <a:t>AR_register_net.sdf</a:t>
            </a:r>
            <a:r>
              <a:rPr lang="fr-CA" dirty="0"/>
              <a:t>), bibliothèque (tcbn65gplus.v).</a:t>
            </a:r>
          </a:p>
          <a:p>
            <a:endParaRPr lang="fr-CA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818FAD6-FF32-AD68-2571-64A29087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482" y="2043361"/>
            <a:ext cx="8557904" cy="239509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E13ADCBB-3B4D-48DF-8406-936167C53A3E}"/>
              </a:ext>
            </a:extLst>
          </p:cNvPr>
          <p:cNvSpPr txBox="1"/>
          <p:nvPr/>
        </p:nvSpPr>
        <p:spPr>
          <a:xfrm>
            <a:off x="4535365" y="4552754"/>
            <a:ext cx="6389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 err="1"/>
              <a:t>Waveform</a:t>
            </a:r>
            <a:r>
              <a:rPr lang="fr-CA" dirty="0"/>
              <a:t> </a:t>
            </a:r>
            <a:r>
              <a:rPr lang="fr-CA" dirty="0" err="1"/>
              <a:t>Window</a:t>
            </a:r>
            <a:r>
              <a:rPr lang="fr-CA" dirty="0"/>
              <a:t> complet, Simulation post synthèse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B0F003-E79C-D9C4-0C26-5397224FCADE}"/>
              </a:ext>
            </a:extLst>
          </p:cNvPr>
          <p:cNvSpPr txBox="1"/>
          <p:nvPr/>
        </p:nvSpPr>
        <p:spPr>
          <a:xfrm>
            <a:off x="3426154" y="4951330"/>
            <a:ext cx="855790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Résultats &amp; Analyse :</a:t>
            </a:r>
            <a:endParaRPr lang="fr-FR" dirty="0"/>
          </a:p>
          <a:p>
            <a:r>
              <a:rPr lang="fr-FR" b="1" dirty="0"/>
              <a:t>Comportement</a:t>
            </a:r>
            <a:r>
              <a:rPr lang="fr-FR" dirty="0"/>
              <a:t> : Toujours correct, la logique est conforme à la simulation RTL.</a:t>
            </a:r>
          </a:p>
          <a:p>
            <a:r>
              <a:rPr lang="fr-FR" b="1" dirty="0"/>
              <a:t>Délais</a:t>
            </a:r>
            <a:r>
              <a:rPr lang="fr-FR" dirty="0"/>
              <a:t> : Apparition des premiers délais de propagation, rendant la simulation plus réaliste.</a:t>
            </a:r>
          </a:p>
          <a:p>
            <a:r>
              <a:rPr lang="fr-FR" b="1" dirty="0"/>
              <a:t>Validation</a:t>
            </a:r>
            <a:r>
              <a:rPr lang="fr-FR" dirty="0"/>
              <a:t> : Aucune erreur fonctionnelle, le circuit passe cette étape critique.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5816397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1466C-0E78-7564-8E45-AD1B97B6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5B9F8FC9-B8BC-A1D9-808E-9DDF051ED2BC}"/>
              </a:ext>
            </a:extLst>
          </p:cNvPr>
          <p:cNvSpPr txBox="1"/>
          <p:nvPr/>
        </p:nvSpPr>
        <p:spPr>
          <a:xfrm>
            <a:off x="8504239" y="631170"/>
            <a:ext cx="3997235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3200" b="1" dirty="0"/>
              <a:t> </a:t>
            </a:r>
            <a:r>
              <a:rPr lang="fr-FR" dirty="0"/>
              <a:t> </a:t>
            </a:r>
            <a:endParaRPr lang="fr-CA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505D641-C9C1-4E69-EC24-697A8471C2F0}"/>
              </a:ext>
            </a:extLst>
          </p:cNvPr>
          <p:cNvCxnSpPr/>
          <p:nvPr/>
        </p:nvCxnSpPr>
        <p:spPr>
          <a:xfrm>
            <a:off x="3031547" y="607219"/>
            <a:ext cx="0" cy="564356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B86BAE62-81BF-29BD-FD04-C36E1FE5B745}"/>
              </a:ext>
            </a:extLst>
          </p:cNvPr>
          <p:cNvSpPr txBox="1"/>
          <p:nvPr/>
        </p:nvSpPr>
        <p:spPr>
          <a:xfrm>
            <a:off x="67926" y="4455411"/>
            <a:ext cx="2963621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fr-CA" sz="2800" b="1" dirty="0"/>
              <a:t>Placement &amp; Routage (P&amp;R)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393D732-D32F-6444-6217-B8072E77EA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48" y="2135828"/>
            <a:ext cx="3092778" cy="2319583"/>
          </a:xfrm>
          <a:prstGeom prst="rect">
            <a:avLst/>
          </a:prstGeom>
        </p:spPr>
      </p:pic>
      <p:sp>
        <p:nvSpPr>
          <p:cNvPr id="23" name="ZoneTexte 22">
            <a:extLst>
              <a:ext uri="{FF2B5EF4-FFF2-40B4-BE49-F238E27FC236}">
                <a16:creationId xmlns:a16="http://schemas.microsoft.com/office/drawing/2014/main" id="{6BF519B8-FAFB-F1F1-F71A-539EF86BC4EB}"/>
              </a:ext>
            </a:extLst>
          </p:cNvPr>
          <p:cNvSpPr txBox="1"/>
          <p:nvPr/>
        </p:nvSpPr>
        <p:spPr>
          <a:xfrm>
            <a:off x="4878725" y="294183"/>
            <a:ext cx="61762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 dirty="0"/>
              <a:t>Implémentation Physique (</a:t>
            </a:r>
            <a:r>
              <a:rPr lang="fr-CA" sz="2400" b="1" dirty="0" err="1"/>
              <a:t>Innovus</a:t>
            </a:r>
            <a:r>
              <a:rPr lang="fr-CA" sz="2400" b="1" dirty="0"/>
              <a:t>)</a:t>
            </a:r>
            <a:endParaRPr lang="fr-CA" sz="2400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2A99EF5-B207-6CA9-ADBA-58BF5BFE727E}"/>
              </a:ext>
            </a:extLst>
          </p:cNvPr>
          <p:cNvSpPr txBox="1"/>
          <p:nvPr/>
        </p:nvSpPr>
        <p:spPr>
          <a:xfrm>
            <a:off x="3498695" y="1215945"/>
            <a:ext cx="76837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Objectif</a:t>
            </a:r>
            <a:r>
              <a:rPr lang="fr-FR" sz="2000" dirty="0"/>
              <a:t> : Transformer la </a:t>
            </a:r>
            <a:r>
              <a:rPr lang="fr-FR" sz="2000" dirty="0" err="1"/>
              <a:t>netlist</a:t>
            </a:r>
            <a:r>
              <a:rPr lang="fr-FR" sz="2000" dirty="0"/>
              <a:t> en un </a:t>
            </a:r>
            <a:r>
              <a:rPr lang="fr-FR" sz="2000" dirty="0" err="1"/>
              <a:t>layout</a:t>
            </a:r>
            <a:r>
              <a:rPr lang="fr-FR" sz="2000" dirty="0"/>
              <a:t> physique réaliste (placement des cellules + routage des interconnexions).</a:t>
            </a:r>
          </a:p>
          <a:p>
            <a:r>
              <a:rPr lang="fr-FR" sz="2000" b="1" dirty="0"/>
              <a:t>Outil</a:t>
            </a:r>
            <a:r>
              <a:rPr lang="fr-FR" sz="2000" dirty="0"/>
              <a:t> : Cadence </a:t>
            </a:r>
            <a:r>
              <a:rPr lang="fr-FR" sz="2000" dirty="0" err="1"/>
              <a:t>Innovus</a:t>
            </a:r>
            <a:r>
              <a:rPr lang="fr-FR" sz="2000" dirty="0"/>
              <a:t>.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26A3DD-255E-5F5C-BF8A-42B339AFA663}"/>
              </a:ext>
            </a:extLst>
          </p:cNvPr>
          <p:cNvSpPr txBox="1"/>
          <p:nvPr/>
        </p:nvSpPr>
        <p:spPr>
          <a:xfrm>
            <a:off x="3498695" y="2691705"/>
            <a:ext cx="75562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Etapes Réalisées :</a:t>
            </a:r>
            <a:endParaRPr lang="fr-F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 err="1"/>
              <a:t>Floorplanning</a:t>
            </a:r>
            <a:r>
              <a:rPr lang="fr-FR" sz="2000" dirty="0"/>
              <a:t> : Définition des dimensions du circuit (12.46 µm x 9 µm).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Placement</a:t>
            </a:r>
            <a:r>
              <a:rPr lang="fr-FR" sz="2000" dirty="0"/>
              <a:t> : Positionnement des 22 cellules logiques.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Routage</a:t>
            </a:r>
            <a:r>
              <a:rPr lang="fr-FR" sz="2000" dirty="0"/>
              <a:t> : Connexion des cellules (rails d'alimentation bleus, signaux rouges/verts). [Figure 4 &amp; 30]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/>
              <a:t>Extraction</a:t>
            </a:r>
            <a:r>
              <a:rPr lang="fr-FR" sz="2000" dirty="0"/>
              <a:t> : Génération des fichiers Post-P&amp;R (</a:t>
            </a:r>
            <a:r>
              <a:rPr lang="fr-FR" sz="2000" dirty="0" err="1"/>
              <a:t>ar_register_pr.v</a:t>
            </a:r>
            <a:r>
              <a:rPr lang="fr-FR" sz="2000" dirty="0"/>
              <a:t>, </a:t>
            </a:r>
            <a:r>
              <a:rPr lang="fr-FR" sz="2000" dirty="0" err="1"/>
              <a:t>ar_register_pr.sdf</a:t>
            </a:r>
            <a:r>
              <a:rPr lang="fr-FR" sz="2000" dirty="0"/>
              <a:t>).</a:t>
            </a:r>
          </a:p>
          <a:p>
            <a:endParaRPr lang="fr-CA" sz="2000" dirty="0"/>
          </a:p>
        </p:txBody>
      </p:sp>
    </p:spTree>
    <p:extLst>
      <p:ext uri="{BB962C8B-B14F-4D97-AF65-F5344CB8AC3E}">
        <p14:creationId xmlns:p14="http://schemas.microsoft.com/office/powerpoint/2010/main" val="25475172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2D966-3B94-8193-55F7-C7B949A66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FA04CF-35F6-D047-7F13-C8AFE935ABB4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4782B1ED-E1B4-0565-BE7F-64D1B87D3A8D}"/>
              </a:ext>
            </a:extLst>
          </p:cNvPr>
          <p:cNvGrpSpPr/>
          <p:nvPr/>
        </p:nvGrpSpPr>
        <p:grpSpPr>
          <a:xfrm>
            <a:off x="274571" y="711484"/>
            <a:ext cx="2106578" cy="1962713"/>
            <a:chOff x="4146755" y="462116"/>
            <a:chExt cx="1325272" cy="69904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B4B03FD-26C0-A00F-62A8-DFC71950BFC0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5D843C62-BFA0-2E92-B834-98EF89A26B0E}"/>
                </a:ext>
              </a:extLst>
            </p:cNvPr>
            <p:cNvSpPr txBox="1"/>
            <p:nvPr/>
          </p:nvSpPr>
          <p:spPr>
            <a:xfrm>
              <a:off x="4146755" y="485762"/>
              <a:ext cx="1300077" cy="6754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blocs blancs:</a:t>
              </a:r>
            </a:p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les cellules standards (portes logiques et registres)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3CD24B9-50AE-CBAA-57D9-1F172A6A3D51}"/>
              </a:ext>
            </a:extLst>
          </p:cNvPr>
          <p:cNvGrpSpPr/>
          <p:nvPr/>
        </p:nvGrpSpPr>
        <p:grpSpPr>
          <a:xfrm>
            <a:off x="9893511" y="880039"/>
            <a:ext cx="2106578" cy="1478150"/>
            <a:chOff x="4016194" y="462116"/>
            <a:chExt cx="1551750" cy="736864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A717A77-82C2-013A-A1E7-FBAABF6B61C1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9A7B42C9-B851-B0F2-B097-EBB63A3D0856}"/>
                </a:ext>
              </a:extLst>
            </p:cNvPr>
            <p:cNvSpPr txBox="1"/>
            <p:nvPr/>
          </p:nvSpPr>
          <p:spPr>
            <a:xfrm>
              <a:off x="4016194" y="551588"/>
              <a:ext cx="1551750" cy="6473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000" b="1" dirty="0">
                  <a:solidFill>
                    <a:schemeClr val="bg1"/>
                  </a:solidFill>
                </a:rPr>
                <a:t>Lignes rouges: les pistes métalliques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8AE696A8-59F4-092D-7E0D-567F3F540034}"/>
              </a:ext>
            </a:extLst>
          </p:cNvPr>
          <p:cNvGrpSpPr/>
          <p:nvPr/>
        </p:nvGrpSpPr>
        <p:grpSpPr>
          <a:xfrm>
            <a:off x="10042862" y="4550828"/>
            <a:ext cx="1854906" cy="1311338"/>
            <a:chOff x="4146755" y="462116"/>
            <a:chExt cx="1325272" cy="65867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2C17DD8-90F2-4AF2-D973-DCCE2F2132F3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9BB2678A-9317-446A-7E3A-58506CE61961}"/>
                </a:ext>
              </a:extLst>
            </p:cNvPr>
            <p:cNvSpPr txBox="1"/>
            <p:nvPr/>
          </p:nvSpPr>
          <p:spPr>
            <a:xfrm>
              <a:off x="4193133" y="517875"/>
              <a:ext cx="1232516" cy="602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Zones blues: Rails d’alimentation (VDD/VSS)</a:t>
              </a:r>
              <a:endParaRPr lang="fr-CA" sz="14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940442DC-1A84-620C-6A6D-6A7A6206F3E2}"/>
              </a:ext>
            </a:extLst>
          </p:cNvPr>
          <p:cNvGrpSpPr/>
          <p:nvPr/>
        </p:nvGrpSpPr>
        <p:grpSpPr>
          <a:xfrm>
            <a:off x="359144" y="4120100"/>
            <a:ext cx="1974980" cy="2436527"/>
            <a:chOff x="4146755" y="462116"/>
            <a:chExt cx="1325272" cy="743395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55BDA89-AE22-0D7D-5835-9C32D39B4171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BCAB02D0-5403-3D52-070E-AA4365F8C4F7}"/>
                </a:ext>
              </a:extLst>
            </p:cNvPr>
            <p:cNvSpPr txBox="1"/>
            <p:nvPr/>
          </p:nvSpPr>
          <p:spPr>
            <a:xfrm>
              <a:off x="4146755" y="485762"/>
              <a:ext cx="1300077" cy="7197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sz="2000" b="1" dirty="0">
                  <a:solidFill>
                    <a:schemeClr val="bg1"/>
                  </a:solidFill>
                </a:rPr>
                <a:t>Lignes vertes: connexions horizontales entre les différentes cellules</a:t>
              </a: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98A18624-2609-C28E-0104-AA9E99132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679" y="301373"/>
            <a:ext cx="6927247" cy="5807740"/>
          </a:xfrm>
          <a:prstGeom prst="rect">
            <a:avLst/>
          </a:prstGeom>
        </p:spPr>
      </p:pic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538C743F-FA9C-1683-5E98-5B53A429E831}"/>
              </a:ext>
            </a:extLst>
          </p:cNvPr>
          <p:cNvCxnSpPr>
            <a:cxnSpLocks/>
          </p:cNvCxnSpPr>
          <p:nvPr/>
        </p:nvCxnSpPr>
        <p:spPr>
          <a:xfrm>
            <a:off x="2369785" y="1825633"/>
            <a:ext cx="2372829" cy="929374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C599980-01DC-7066-7B3C-E83D766166B4}"/>
              </a:ext>
            </a:extLst>
          </p:cNvPr>
          <p:cNvCxnSpPr>
            <a:stCxn id="27" idx="1"/>
          </p:cNvCxnSpPr>
          <p:nvPr/>
        </p:nvCxnSpPr>
        <p:spPr>
          <a:xfrm flipH="1">
            <a:off x="8181474" y="5262002"/>
            <a:ext cx="1926301" cy="11210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78AF2A7B-B5DA-1E6A-3A6A-B109662055F9}"/>
              </a:ext>
            </a:extLst>
          </p:cNvPr>
          <p:cNvCxnSpPr>
            <a:cxnSpLocks/>
          </p:cNvCxnSpPr>
          <p:nvPr/>
        </p:nvCxnSpPr>
        <p:spPr>
          <a:xfrm flipH="1">
            <a:off x="8566484" y="1748589"/>
            <a:ext cx="1541291" cy="49069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86E66FA-B42E-04B6-2FB2-C455724407FD}"/>
              </a:ext>
            </a:extLst>
          </p:cNvPr>
          <p:cNvCxnSpPr/>
          <p:nvPr/>
        </p:nvCxnSpPr>
        <p:spPr>
          <a:xfrm flipV="1">
            <a:off x="2076061" y="2751698"/>
            <a:ext cx="1172121" cy="202130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BEEF9F93-1869-61C9-9BC8-896A7800EC7B}"/>
              </a:ext>
            </a:extLst>
          </p:cNvPr>
          <p:cNvSpPr txBox="1"/>
          <p:nvPr/>
        </p:nvSpPr>
        <p:spPr>
          <a:xfrm>
            <a:off x="3826322" y="6108330"/>
            <a:ext cx="531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400" b="1" dirty="0" err="1"/>
              <a:t>Layout</a:t>
            </a:r>
            <a:r>
              <a:rPr lang="fr-CA" sz="2400" b="1" dirty="0"/>
              <a:t> post-placement et routage</a:t>
            </a:r>
          </a:p>
        </p:txBody>
      </p:sp>
    </p:spTree>
    <p:extLst>
      <p:ext uri="{BB962C8B-B14F-4D97-AF65-F5344CB8AC3E}">
        <p14:creationId xmlns:p14="http://schemas.microsoft.com/office/powerpoint/2010/main" val="2389621095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6FA5F-3398-BF23-8346-DEBF4A505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2052C520-502A-881C-3D28-AB6728CD8BE0}"/>
              </a:ext>
            </a:extLst>
          </p:cNvPr>
          <p:cNvCxnSpPr/>
          <p:nvPr/>
        </p:nvCxnSpPr>
        <p:spPr>
          <a:xfrm>
            <a:off x="3250099" y="614638"/>
            <a:ext cx="0" cy="5643562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9DC19DE2-2660-2C80-8267-F83CFBA0C620}"/>
              </a:ext>
            </a:extLst>
          </p:cNvPr>
          <p:cNvSpPr txBox="1"/>
          <p:nvPr/>
        </p:nvSpPr>
        <p:spPr>
          <a:xfrm>
            <a:off x="202099" y="4706707"/>
            <a:ext cx="287194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2800" b="1" dirty="0"/>
              <a:t>Simulation </a:t>
            </a:r>
          </a:p>
          <a:p>
            <a:pPr algn="ctr"/>
            <a:r>
              <a:rPr lang="fr-CA" sz="2800" b="1" dirty="0"/>
              <a:t>Post-Placement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387ED94-B1DC-4597-2CD1-050E463C0BFF}"/>
              </a:ext>
            </a:extLst>
          </p:cNvPr>
          <p:cNvSpPr txBox="1"/>
          <p:nvPr/>
        </p:nvSpPr>
        <p:spPr>
          <a:xfrm>
            <a:off x="4310775" y="278941"/>
            <a:ext cx="6613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Validation Finale avec Effets Physiques Réels</a:t>
            </a:r>
            <a:endParaRPr lang="fr-CA" sz="24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AB5826-6347-4DA9-CD94-B63A37764B30}"/>
              </a:ext>
            </a:extLst>
          </p:cNvPr>
          <p:cNvSpPr txBox="1"/>
          <p:nvPr/>
        </p:nvSpPr>
        <p:spPr>
          <a:xfrm>
            <a:off x="3338481" y="791819"/>
            <a:ext cx="8470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Objectif</a:t>
            </a:r>
            <a:r>
              <a:rPr lang="fr-FR" dirty="0"/>
              <a:t> : Valider le fonctionnement final en tenant compte des délais des </a:t>
            </a:r>
            <a:r>
              <a:rPr lang="fr-FR" b="1" dirty="0"/>
              <a:t>portes ET des interconnexions</a:t>
            </a:r>
            <a:r>
              <a:rPr lang="fr-FR" dirty="0"/>
              <a:t>.</a:t>
            </a:r>
          </a:p>
          <a:p>
            <a:r>
              <a:rPr lang="fr-FR" b="1" dirty="0"/>
              <a:t>Fichiers clés</a:t>
            </a:r>
            <a:r>
              <a:rPr lang="fr-FR" dirty="0"/>
              <a:t> : </a:t>
            </a:r>
            <a:r>
              <a:rPr lang="fr-FR" dirty="0" err="1"/>
              <a:t>Netlist</a:t>
            </a:r>
            <a:r>
              <a:rPr lang="fr-FR" dirty="0"/>
              <a:t> P&amp;R (</a:t>
            </a:r>
            <a:r>
              <a:rPr lang="fr-FR" dirty="0" err="1"/>
              <a:t>ar_register_pr.v</a:t>
            </a:r>
            <a:r>
              <a:rPr lang="fr-FR" dirty="0"/>
              <a:t>), SDF P&amp;R (</a:t>
            </a:r>
            <a:r>
              <a:rPr lang="fr-FR" dirty="0" err="1"/>
              <a:t>ar_register_pr.sdf</a:t>
            </a:r>
            <a:r>
              <a:rPr lang="fr-FR" dirty="0"/>
              <a:t>).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597BC4-5D4D-C9B1-F1F6-2F075730591D}"/>
              </a:ext>
            </a:extLst>
          </p:cNvPr>
          <p:cNvSpPr txBox="1"/>
          <p:nvPr/>
        </p:nvSpPr>
        <p:spPr>
          <a:xfrm>
            <a:off x="4310775" y="6394393"/>
            <a:ext cx="7014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Waveform</a:t>
            </a:r>
            <a:r>
              <a:rPr lang="fr-FR" dirty="0"/>
              <a:t> </a:t>
            </a:r>
            <a:r>
              <a:rPr lang="fr-FR" dirty="0" err="1"/>
              <a:t>Window</a:t>
            </a:r>
            <a:r>
              <a:rPr lang="fr-FR" dirty="0"/>
              <a:t> complet, Simulation post placement et routage</a:t>
            </a:r>
            <a:endParaRPr lang="fr-CA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C9CADD2-32CC-B1E5-1EC3-BD6C213BDF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6154" y="1715148"/>
            <a:ext cx="8406635" cy="216385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EF027C91-F56F-78FF-1DAC-EF80E4E1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153" y="3878999"/>
            <a:ext cx="8382560" cy="2471344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0C60BF8-47FE-269C-9B12-643CA1D6B7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170" y="1838351"/>
            <a:ext cx="3011669" cy="2509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70451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1468-8E63-5BC9-AFA7-E176FC508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CF2D446-88DA-5649-C792-2BA8D416A06B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86798A29-4211-2D6B-CE6F-ABA3B9182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48" y="440054"/>
            <a:ext cx="6148605" cy="5091468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BFB94D68-98BC-3FCA-6DDB-4FCC582A1A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53590" y="430929"/>
            <a:ext cx="4995689" cy="211064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02BB7E77-B36A-F270-B1DD-5B278B104D68}"/>
              </a:ext>
            </a:extLst>
          </p:cNvPr>
          <p:cNvSpPr txBox="1"/>
          <p:nvPr/>
        </p:nvSpPr>
        <p:spPr>
          <a:xfrm>
            <a:off x="6728192" y="4423572"/>
            <a:ext cx="4921087" cy="121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Analyse</a:t>
            </a:r>
            <a:r>
              <a:rPr lang="fr-FR" dirty="0"/>
              <a:t> : Slack très positif, circuit robuste avec une marge importante. La validation est un succès.</a:t>
            </a:r>
          </a:p>
          <a:p>
            <a:endParaRPr lang="fr-CA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06E978A-C7C9-6F93-0003-1B760947C050}"/>
              </a:ext>
            </a:extLst>
          </p:cNvPr>
          <p:cNvSpPr txBox="1"/>
          <p:nvPr/>
        </p:nvSpPr>
        <p:spPr>
          <a:xfrm>
            <a:off x="818146" y="5700006"/>
            <a:ext cx="5277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Capture report timing </a:t>
            </a:r>
            <a:r>
              <a:rPr lang="fr-FR" dirty="0" err="1"/>
              <a:t>apres</a:t>
            </a:r>
            <a:r>
              <a:rPr lang="fr-FR" dirty="0"/>
              <a:t> le placement et routage</a:t>
            </a:r>
            <a:endParaRPr lang="fr-CA" dirty="0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ACEC1DB-4B3A-5C0E-8E0E-1EB1AB1912CF}"/>
              </a:ext>
            </a:extLst>
          </p:cNvPr>
          <p:cNvSpPr/>
          <p:nvPr/>
        </p:nvSpPr>
        <p:spPr>
          <a:xfrm>
            <a:off x="2763126" y="3275457"/>
            <a:ext cx="802105" cy="30708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52A643BA-71E5-BA9F-CB34-680816B917FB}"/>
              </a:ext>
            </a:extLst>
          </p:cNvPr>
          <p:cNvGrpSpPr/>
          <p:nvPr/>
        </p:nvGrpSpPr>
        <p:grpSpPr>
          <a:xfrm>
            <a:off x="6897944" y="3303962"/>
            <a:ext cx="1325272" cy="669977"/>
            <a:chOff x="4146755" y="462116"/>
            <a:chExt cx="1325272" cy="669977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BBE34A-BE24-B031-C85C-832AF0EE8B18}"/>
                </a:ext>
              </a:extLst>
            </p:cNvPr>
            <p:cNvSpPr/>
            <p:nvPr/>
          </p:nvSpPr>
          <p:spPr>
            <a:xfrm>
              <a:off x="4146755" y="462116"/>
              <a:ext cx="1325272" cy="646331"/>
            </a:xfrm>
            <a:prstGeom prst="rect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CA" dirty="0"/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85EF24F8-F322-2383-7CAC-EC1D8B47EC75}"/>
                </a:ext>
              </a:extLst>
            </p:cNvPr>
            <p:cNvSpPr txBox="1"/>
            <p:nvPr/>
          </p:nvSpPr>
          <p:spPr>
            <a:xfrm>
              <a:off x="4146755" y="485762"/>
              <a:ext cx="130007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CA" b="1" dirty="0">
                  <a:solidFill>
                    <a:schemeClr val="bg1"/>
                  </a:solidFill>
                </a:rPr>
                <a:t>Slack (Timing)</a:t>
              </a:r>
            </a:p>
          </p:txBody>
        </p:sp>
      </p:grp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82447C7A-1F0C-8320-167C-78AD71949A82}"/>
              </a:ext>
            </a:extLst>
          </p:cNvPr>
          <p:cNvCxnSpPr>
            <a:cxnSpLocks/>
          </p:cNvCxnSpPr>
          <p:nvPr/>
        </p:nvCxnSpPr>
        <p:spPr>
          <a:xfrm flipH="1" flipV="1">
            <a:off x="3689684" y="3382599"/>
            <a:ext cx="3083807" cy="199943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11855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AC54E69A-30E7-9D22-FAD1-0D1B7E808B9C}"/>
              </a:ext>
            </a:extLst>
          </p:cNvPr>
          <p:cNvSpPr txBox="1"/>
          <p:nvPr/>
        </p:nvSpPr>
        <p:spPr>
          <a:xfrm>
            <a:off x="6315980" y="379474"/>
            <a:ext cx="4778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/>
              <a:t>CONCLUSION</a:t>
            </a:r>
            <a:endParaRPr lang="fr-CA" sz="3200" b="1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8F9727-BE4B-A3C0-9A16-9F0E33063CD7}"/>
              </a:ext>
            </a:extLst>
          </p:cNvPr>
          <p:cNvSpPr txBox="1"/>
          <p:nvPr/>
        </p:nvSpPr>
        <p:spPr>
          <a:xfrm>
            <a:off x="3357105" y="1039665"/>
            <a:ext cx="82194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Succès</a:t>
            </a:r>
            <a:r>
              <a:rPr lang="fr-FR" sz="2000" dirty="0"/>
              <a:t> : Le flot de conception complet (RTL2GDS) a été réalisé avec succès.</a:t>
            </a:r>
          </a:p>
          <a:p>
            <a:r>
              <a:rPr lang="fr-FR" sz="2000" b="1" dirty="0"/>
              <a:t>Validation</a:t>
            </a:r>
            <a:r>
              <a:rPr lang="fr-FR" sz="2000" dirty="0"/>
              <a:t> : Le registre AR multifonction est </a:t>
            </a:r>
            <a:r>
              <a:rPr lang="fr-FR" sz="2000" b="1" dirty="0"/>
              <a:t>fonctionnellement correct</a:t>
            </a:r>
            <a:r>
              <a:rPr lang="fr-FR" sz="2000" dirty="0"/>
              <a:t> et </a:t>
            </a:r>
            <a:r>
              <a:rPr lang="fr-FR" sz="2000" b="1" dirty="0"/>
              <a:t>temporellement conforme</a:t>
            </a:r>
            <a:r>
              <a:rPr lang="fr-FR" sz="2000" dirty="0"/>
              <a:t> à toutes les étapes, de la simulation RTL à la simulation post-placement.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432183-F8F5-C6B3-4A57-5EC229EDF17F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62B784-7658-CCCB-55B3-D246B78A3D21}"/>
              </a:ext>
            </a:extLst>
          </p:cNvPr>
          <p:cNvSpPr txBox="1"/>
          <p:nvPr/>
        </p:nvSpPr>
        <p:spPr>
          <a:xfrm>
            <a:off x="3561347" y="2746297"/>
            <a:ext cx="80691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Compétences Développées :</a:t>
            </a:r>
            <a:endParaRPr lang="fr-FR" sz="2000" dirty="0"/>
          </a:p>
          <a:p>
            <a:r>
              <a:rPr lang="fr-FR" sz="2000" dirty="0"/>
              <a:t>Maîtrise des outils de CAO industriels (</a:t>
            </a:r>
            <a:r>
              <a:rPr lang="fr-FR" sz="2000" b="1" dirty="0" err="1"/>
              <a:t>Genus</a:t>
            </a:r>
            <a:r>
              <a:rPr lang="fr-FR" sz="2000" b="1" dirty="0"/>
              <a:t>, </a:t>
            </a:r>
            <a:r>
              <a:rPr lang="fr-FR" sz="2000" b="1" dirty="0" err="1"/>
              <a:t>Innovus</a:t>
            </a:r>
            <a:r>
              <a:rPr lang="fr-FR" sz="2000" b="1" dirty="0"/>
              <a:t>, </a:t>
            </a:r>
            <a:r>
              <a:rPr lang="fr-FR" sz="2000" b="1" dirty="0" err="1"/>
              <a:t>NClaunch</a:t>
            </a:r>
            <a:r>
              <a:rPr lang="fr-FR" sz="2000" dirty="0"/>
              <a:t>).</a:t>
            </a:r>
          </a:p>
          <a:p>
            <a:r>
              <a:rPr lang="fr-FR" sz="2000" dirty="0"/>
              <a:t>Compréhension approfondie du flot de conception ASIC.</a:t>
            </a:r>
          </a:p>
          <a:p>
            <a:endParaRPr lang="fr-CA" sz="20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4D6E4CC-A44B-AA88-8382-579C715090F1}"/>
              </a:ext>
            </a:extLst>
          </p:cNvPr>
          <p:cNvSpPr txBox="1"/>
          <p:nvPr/>
        </p:nvSpPr>
        <p:spPr>
          <a:xfrm>
            <a:off x="3357104" y="4069736"/>
            <a:ext cx="80152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Perspectives :</a:t>
            </a:r>
            <a:endParaRPr lang="fr-FR" sz="2000" dirty="0"/>
          </a:p>
          <a:p>
            <a:r>
              <a:rPr lang="fr-FR" sz="2000" dirty="0"/>
              <a:t>Le circuit est prêt pour une étape de </a:t>
            </a:r>
            <a:r>
              <a:rPr lang="fr-FR" sz="2000" b="1" dirty="0"/>
              <a:t>vérification physique finale (DRC/LVS)</a:t>
            </a:r>
            <a:r>
              <a:rPr lang="fr-FR" sz="2000" dirty="0"/>
              <a:t>.</a:t>
            </a:r>
          </a:p>
          <a:p>
            <a:r>
              <a:rPr lang="fr-FR" sz="2000" dirty="0"/>
              <a:t>Une marge de timing importante permet d'envisager un fonctionnement à </a:t>
            </a:r>
            <a:r>
              <a:rPr lang="fr-FR" sz="2000" b="1" dirty="0"/>
              <a:t>fréquence plus élevée</a:t>
            </a:r>
            <a:r>
              <a:rPr lang="fr-FR" sz="2000" dirty="0"/>
              <a:t> ou l'ajout de fonctionnalités.</a:t>
            </a:r>
          </a:p>
          <a:p>
            <a:endParaRPr lang="fr-CA" sz="2000" dirty="0"/>
          </a:p>
        </p:txBody>
      </p:sp>
      <p:pic>
        <p:nvPicPr>
          <p:cNvPr id="8" name="Picture 3" descr="Bonhomme Blanc Objectifs Banque D'Images, Vecteurs Et ... | Bonhomme ...">
            <a:extLst>
              <a:ext uri="{FF2B5EF4-FFF2-40B4-BE49-F238E27FC236}">
                <a16:creationId xmlns:a16="http://schemas.microsoft.com/office/drawing/2014/main" id="{64B273C1-0F11-3B9C-9D55-CB9DF31C9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0" y="3905237"/>
            <a:ext cx="4200426" cy="234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 descr="Preflight Checklist for Public Speaking">
            <a:extLst>
              <a:ext uri="{FF2B5EF4-FFF2-40B4-BE49-F238E27FC236}">
                <a16:creationId xmlns:a16="http://schemas.microsoft.com/office/drawing/2014/main" id="{ADE2E6E5-4644-36B6-D4D3-CF2469365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96153" y="1010678"/>
            <a:ext cx="2819143" cy="281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52948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401D4B2-0DFB-8E42-0B53-22F245575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4522" y="383458"/>
            <a:ext cx="3974274" cy="5780763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48C5F3CD-C7C3-4341-8FC8-4374BE59F57C}"/>
              </a:ext>
            </a:extLst>
          </p:cNvPr>
          <p:cNvCxnSpPr/>
          <p:nvPr/>
        </p:nvCxnSpPr>
        <p:spPr>
          <a:xfrm>
            <a:off x="4429474" y="354263"/>
            <a:ext cx="0" cy="6056671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1D2392A0-F26B-7B1E-3E5E-D5EB646A1C01}"/>
              </a:ext>
            </a:extLst>
          </p:cNvPr>
          <p:cNvSpPr txBox="1"/>
          <p:nvPr/>
        </p:nvSpPr>
        <p:spPr>
          <a:xfrm>
            <a:off x="6931742" y="383458"/>
            <a:ext cx="357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RÉFÉRENCES</a:t>
            </a:r>
            <a:r>
              <a:rPr lang="fr-FR" dirty="0"/>
              <a:t> </a:t>
            </a:r>
            <a:endParaRPr lang="fr-CA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DED124-537C-040E-C09A-34CDE086D80A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graphicFrame>
        <p:nvGraphicFramePr>
          <p:cNvPr id="8" name="ZoneTexte 6">
            <a:extLst>
              <a:ext uri="{FF2B5EF4-FFF2-40B4-BE49-F238E27FC236}">
                <a16:creationId xmlns:a16="http://schemas.microsoft.com/office/drawing/2014/main" id="{41B267A3-2EB9-14A2-141E-52BD00CDBC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929467"/>
              </p:ext>
            </p:extLst>
          </p:nvPr>
        </p:nvGraphicFramePr>
        <p:xfrm>
          <a:off x="4847775" y="970944"/>
          <a:ext cx="6734014" cy="48233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3671404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8D14E4-A3F9-CDB6-6DC1-D38D68E7B2CC}"/>
              </a:ext>
            </a:extLst>
          </p:cNvPr>
          <p:cNvSpPr/>
          <p:nvPr/>
        </p:nvSpPr>
        <p:spPr>
          <a:xfrm>
            <a:off x="191911" y="158044"/>
            <a:ext cx="11808178" cy="6449110"/>
          </a:xfrm>
          <a:prstGeom prst="rect">
            <a:avLst/>
          </a:prstGeom>
          <a:noFill/>
          <a:ln w="1016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M"/>
          </a:p>
        </p:txBody>
      </p:sp>
      <p:pic>
        <p:nvPicPr>
          <p:cNvPr id="2050" name="Picture 2" descr="Présentation de DAR ASSAFAA - cloudfrontnet">
            <a:extLst>
              <a:ext uri="{FF2B5EF4-FFF2-40B4-BE49-F238E27FC236}">
                <a16:creationId xmlns:a16="http://schemas.microsoft.com/office/drawing/2014/main" id="{DFC211AD-A81D-8624-76E6-561EA87AC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84890" y="811368"/>
            <a:ext cx="4887766" cy="367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93DFFB5-9CE4-E4BA-EB73-6349678812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69458" y="555945"/>
            <a:ext cx="5237652" cy="5237652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E4991C51-B3BD-D0F0-FE77-F24BD57FC9BC}"/>
              </a:ext>
            </a:extLst>
          </p:cNvPr>
          <p:cNvSpPr txBox="1"/>
          <p:nvPr/>
        </p:nvSpPr>
        <p:spPr>
          <a:xfrm>
            <a:off x="684890" y="4716379"/>
            <a:ext cx="488776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3200" b="1" dirty="0"/>
              <a:t>Merci de votre attention</a:t>
            </a:r>
          </a:p>
          <a:p>
            <a:pPr algn="ctr"/>
            <a:r>
              <a:rPr lang="fr-CA" sz="3200" b="1" dirty="0"/>
              <a:t>Des questions ?</a:t>
            </a:r>
            <a:endParaRPr lang="fr-CA" sz="3200" dirty="0"/>
          </a:p>
        </p:txBody>
      </p:sp>
    </p:spTree>
    <p:extLst>
      <p:ext uri="{BB962C8B-B14F-4D97-AF65-F5344CB8AC3E}">
        <p14:creationId xmlns:p14="http://schemas.microsoft.com/office/powerpoint/2010/main" val="172954041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956</Words>
  <Application>Microsoft Office PowerPoint</Application>
  <PresentationFormat>Grand écran</PresentationFormat>
  <Paragraphs>121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Tahoc Wokam, Durrice Lea</dc:creator>
  <cp:lastModifiedBy>Léa Tahoc</cp:lastModifiedBy>
  <cp:revision>126</cp:revision>
  <dcterms:created xsi:type="dcterms:W3CDTF">2024-04-22T13:01:30Z</dcterms:created>
  <dcterms:modified xsi:type="dcterms:W3CDTF">2026-04-10T16:25:47Z</dcterms:modified>
</cp:coreProperties>
</file>